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sldIdLst>
    <p:sldId id="256" r:id="rId5"/>
    <p:sldId id="257" r:id="rId6"/>
    <p:sldId id="258" r:id="rId7"/>
    <p:sldId id="260" r:id="rId8"/>
  </p:sldIdLst>
  <p:sldSz cx="31000700" cy="43529250"/>
  <p:notesSz cx="7099300" cy="10234613"/>
  <p:defaultTextStyle>
    <a:defPPr>
      <a:defRPr lang="de-DE"/>
    </a:defPPr>
    <a:lvl1pPr marL="0" algn="l" defTabSz="4258627" rtl="0" eaLnBrk="1" latinLnBrk="0" hangingPunct="1">
      <a:defRPr sz="8300" kern="1200">
        <a:solidFill>
          <a:schemeClr val="tx1"/>
        </a:solidFill>
        <a:latin typeface="+mn-lt"/>
        <a:ea typeface="+mn-ea"/>
        <a:cs typeface="+mn-cs"/>
      </a:defRPr>
    </a:lvl1pPr>
    <a:lvl2pPr marL="2129312" algn="l" defTabSz="4258627" rtl="0" eaLnBrk="1" latinLnBrk="0" hangingPunct="1">
      <a:defRPr sz="8300" kern="1200">
        <a:solidFill>
          <a:schemeClr val="tx1"/>
        </a:solidFill>
        <a:latin typeface="+mn-lt"/>
        <a:ea typeface="+mn-ea"/>
        <a:cs typeface="+mn-cs"/>
      </a:defRPr>
    </a:lvl2pPr>
    <a:lvl3pPr marL="4258627" algn="l" defTabSz="4258627" rtl="0" eaLnBrk="1" latinLnBrk="0" hangingPunct="1">
      <a:defRPr sz="8300" kern="1200">
        <a:solidFill>
          <a:schemeClr val="tx1"/>
        </a:solidFill>
        <a:latin typeface="+mn-lt"/>
        <a:ea typeface="+mn-ea"/>
        <a:cs typeface="+mn-cs"/>
      </a:defRPr>
    </a:lvl3pPr>
    <a:lvl4pPr marL="6387939" algn="l" defTabSz="4258627" rtl="0" eaLnBrk="1" latinLnBrk="0" hangingPunct="1">
      <a:defRPr sz="8300" kern="1200">
        <a:solidFill>
          <a:schemeClr val="tx1"/>
        </a:solidFill>
        <a:latin typeface="+mn-lt"/>
        <a:ea typeface="+mn-ea"/>
        <a:cs typeface="+mn-cs"/>
      </a:defRPr>
    </a:lvl4pPr>
    <a:lvl5pPr marL="8517252" algn="l" defTabSz="4258627" rtl="0" eaLnBrk="1" latinLnBrk="0" hangingPunct="1">
      <a:defRPr sz="8300" kern="1200">
        <a:solidFill>
          <a:schemeClr val="tx1"/>
        </a:solidFill>
        <a:latin typeface="+mn-lt"/>
        <a:ea typeface="+mn-ea"/>
        <a:cs typeface="+mn-cs"/>
      </a:defRPr>
    </a:lvl5pPr>
    <a:lvl6pPr marL="10646565" algn="l" defTabSz="4258627" rtl="0" eaLnBrk="1" latinLnBrk="0" hangingPunct="1">
      <a:defRPr sz="8300" kern="1200">
        <a:solidFill>
          <a:schemeClr val="tx1"/>
        </a:solidFill>
        <a:latin typeface="+mn-lt"/>
        <a:ea typeface="+mn-ea"/>
        <a:cs typeface="+mn-cs"/>
      </a:defRPr>
    </a:lvl6pPr>
    <a:lvl7pPr marL="12775879" algn="l" defTabSz="4258627" rtl="0" eaLnBrk="1" latinLnBrk="0" hangingPunct="1">
      <a:defRPr sz="8300" kern="1200">
        <a:solidFill>
          <a:schemeClr val="tx1"/>
        </a:solidFill>
        <a:latin typeface="+mn-lt"/>
        <a:ea typeface="+mn-ea"/>
        <a:cs typeface="+mn-cs"/>
      </a:defRPr>
    </a:lvl7pPr>
    <a:lvl8pPr marL="14905191" algn="l" defTabSz="4258627" rtl="0" eaLnBrk="1" latinLnBrk="0" hangingPunct="1">
      <a:defRPr sz="8300" kern="1200">
        <a:solidFill>
          <a:schemeClr val="tx1"/>
        </a:solidFill>
        <a:latin typeface="+mn-lt"/>
        <a:ea typeface="+mn-ea"/>
        <a:cs typeface="+mn-cs"/>
      </a:defRPr>
    </a:lvl8pPr>
    <a:lvl9pPr marL="17034505" algn="l" defTabSz="4258627" rtl="0" eaLnBrk="1" latinLnBrk="0" hangingPunct="1">
      <a:defRPr sz="83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3755">
          <p15:clr>
            <a:srgbClr val="A4A3A4"/>
          </p15:clr>
        </p15:guide>
        <p15:guide id="2" orient="horz" pos="21136">
          <p15:clr>
            <a:srgbClr val="A4A3A4"/>
          </p15:clr>
        </p15:guide>
        <p15:guide id="3" orient="horz" pos="5319">
          <p15:clr>
            <a:srgbClr val="A4A3A4"/>
          </p15:clr>
        </p15:guide>
        <p15:guide id="4" pos="13075">
          <p15:clr>
            <a:srgbClr val="A4A3A4"/>
          </p15:clr>
        </p15:guide>
        <p15:guide id="5" pos="13529">
          <p15:clr>
            <a:srgbClr val="A4A3A4"/>
          </p15:clr>
        </p15:guide>
        <p15:guide id="6" pos="18564">
          <p15:clr>
            <a:srgbClr val="A4A3A4"/>
          </p15:clr>
        </p15:guide>
        <p15:guide id="7" pos="1373">
          <p15:clr>
            <a:srgbClr val="A4A3A4"/>
          </p15:clr>
        </p15:guide>
        <p15:guide id="8" pos="6327">
          <p15:clr>
            <a:srgbClr val="A4A3A4"/>
          </p15:clr>
        </p15:guide>
        <p15:guide id="9" pos="6607">
          <p15:clr>
            <a:srgbClr val="A4A3A4"/>
          </p15:clr>
        </p15:guide>
        <p15:guide id="10" pos="5120">
          <p15:clr>
            <a:srgbClr val="A4A3A4"/>
          </p15:clr>
        </p15:guide>
        <p15:guide id="11" pos="1735">
          <p15:clr>
            <a:srgbClr val="A4A3A4"/>
          </p15:clr>
        </p15:guide>
        <p15:guide id="12" pos="19380">
          <p15:clr>
            <a:srgbClr val="A4A3A4"/>
          </p15:clr>
        </p15:guide>
        <p15:guide id="13" pos="13756">
          <p15:clr>
            <a:srgbClr val="A4A3A4"/>
          </p15:clr>
        </p15:guide>
        <p15:guide id="14" pos="1117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5D686E"/>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94660"/>
  </p:normalViewPr>
  <p:slideViewPr>
    <p:cSldViewPr showGuides="1">
      <p:cViewPr>
        <p:scale>
          <a:sx n="17" d="100"/>
          <a:sy n="17" d="100"/>
        </p:scale>
        <p:origin x="-2525" y="115"/>
      </p:cViewPr>
      <p:guideLst>
        <p:guide orient="horz" pos="13755"/>
        <p:guide orient="horz" pos="21136"/>
        <p:guide orient="horz" pos="5319"/>
        <p:guide pos="13075"/>
        <p:guide pos="13529"/>
        <p:guide pos="18564"/>
        <p:guide pos="1373"/>
        <p:guide pos="6327"/>
        <p:guide pos="6607"/>
        <p:guide pos="5120"/>
        <p:guide pos="1735"/>
        <p:guide pos="19380"/>
        <p:guide pos="13756"/>
        <p:guide pos="1117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2000" b="0">
                <a:solidFill>
                  <a:schemeClr val="accent1"/>
                </a:solidFill>
                <a:latin typeface="+mn-lt"/>
              </a:defRPr>
            </a:pPr>
            <a:r>
              <a:rPr lang="de-DE" sz="2000" b="0" dirty="0" smtClean="0">
                <a:solidFill>
                  <a:schemeClr val="accent1"/>
                </a:solidFill>
                <a:latin typeface="Arial" panose="020B0604020202020204" pitchFamily="34" charset="0"/>
                <a:cs typeface="Arial" panose="020B0604020202020204" pitchFamily="34" charset="0"/>
              </a:rPr>
              <a:t>» Titel Diagramm </a:t>
            </a:r>
            <a:endParaRPr lang="de-DE" sz="2000" b="0" dirty="0">
              <a:solidFill>
                <a:schemeClr val="accent1"/>
              </a:solidFill>
              <a:latin typeface="Arial" panose="020B0604020202020204" pitchFamily="34" charset="0"/>
              <a:cs typeface="Arial" panose="020B0604020202020204" pitchFamily="34" charset="0"/>
            </a:endParaRPr>
          </a:p>
        </c:rich>
      </c:tx>
      <c:layout>
        <c:manualLayout>
          <c:xMode val="edge"/>
          <c:yMode val="edge"/>
          <c:x val="1.0690843345080871E-3"/>
          <c:y val="1.5561996379487247E-2"/>
        </c:manualLayout>
      </c:layout>
      <c:overlay val="0"/>
    </c:title>
    <c:autoTitleDeleted val="0"/>
    <c:plotArea>
      <c:layout>
        <c:manualLayout>
          <c:layoutTarget val="inner"/>
          <c:xMode val="edge"/>
          <c:yMode val="edge"/>
          <c:x val="8.4830793821321415E-2"/>
          <c:y val="0.17636929230085546"/>
          <c:w val="0.67031286438612814"/>
          <c:h val="0.71888131710855652"/>
        </c:manualLayout>
      </c:layout>
      <c:barChart>
        <c:barDir val="col"/>
        <c:grouping val="clustered"/>
        <c:varyColors val="0"/>
        <c:ser>
          <c:idx val="0"/>
          <c:order val="0"/>
          <c:tx>
            <c:strRef>
              <c:f>Tabelle1!$B$1</c:f>
              <c:strCache>
                <c:ptCount val="1"/>
                <c:pt idx="0">
                  <c:v>Datenreihe 1</c:v>
                </c:pt>
              </c:strCache>
            </c:strRef>
          </c:tx>
          <c:invertIfNegative val="0"/>
          <c:cat>
            <c:strRef>
              <c:f>Tabelle1!$A$2:$A$3</c:f>
              <c:strCache>
                <c:ptCount val="2"/>
                <c:pt idx="0">
                  <c:v>Kategorie 1</c:v>
                </c:pt>
                <c:pt idx="1">
                  <c:v>Kategorie 2</c:v>
                </c:pt>
              </c:strCache>
            </c:strRef>
          </c:cat>
          <c:val>
            <c:numRef>
              <c:f>Tabelle1!$B$2:$B$3</c:f>
              <c:numCache>
                <c:formatCode>General</c:formatCode>
                <c:ptCount val="2"/>
                <c:pt idx="0">
                  <c:v>4.3</c:v>
                </c:pt>
                <c:pt idx="1">
                  <c:v>2.5</c:v>
                </c:pt>
              </c:numCache>
            </c:numRef>
          </c:val>
        </c:ser>
        <c:ser>
          <c:idx val="1"/>
          <c:order val="1"/>
          <c:tx>
            <c:strRef>
              <c:f>Tabelle1!$C$1</c:f>
              <c:strCache>
                <c:ptCount val="1"/>
                <c:pt idx="0">
                  <c:v>Datenreihe 2</c:v>
                </c:pt>
              </c:strCache>
            </c:strRef>
          </c:tx>
          <c:invertIfNegative val="0"/>
          <c:cat>
            <c:strRef>
              <c:f>Tabelle1!$A$2:$A$3</c:f>
              <c:strCache>
                <c:ptCount val="2"/>
                <c:pt idx="0">
                  <c:v>Kategorie 1</c:v>
                </c:pt>
                <c:pt idx="1">
                  <c:v>Kategorie 2</c:v>
                </c:pt>
              </c:strCache>
            </c:strRef>
          </c:cat>
          <c:val>
            <c:numRef>
              <c:f>Tabelle1!$C$2:$C$3</c:f>
              <c:numCache>
                <c:formatCode>General</c:formatCode>
                <c:ptCount val="2"/>
                <c:pt idx="0">
                  <c:v>2.4</c:v>
                </c:pt>
                <c:pt idx="1">
                  <c:v>4.4000000000000004</c:v>
                </c:pt>
              </c:numCache>
            </c:numRef>
          </c:val>
        </c:ser>
        <c:ser>
          <c:idx val="2"/>
          <c:order val="2"/>
          <c:tx>
            <c:strRef>
              <c:f>Tabelle1!$D$1</c:f>
              <c:strCache>
                <c:ptCount val="1"/>
                <c:pt idx="0">
                  <c:v>Datenreihe 3</c:v>
                </c:pt>
              </c:strCache>
            </c:strRef>
          </c:tx>
          <c:invertIfNegative val="0"/>
          <c:cat>
            <c:strRef>
              <c:f>Tabelle1!$A$2:$A$3</c:f>
              <c:strCache>
                <c:ptCount val="2"/>
                <c:pt idx="0">
                  <c:v>Kategorie 1</c:v>
                </c:pt>
                <c:pt idx="1">
                  <c:v>Kategorie 2</c:v>
                </c:pt>
              </c:strCache>
            </c:strRef>
          </c:cat>
          <c:val>
            <c:numRef>
              <c:f>Tabelle1!$D$2:$D$3</c:f>
              <c:numCache>
                <c:formatCode>General</c:formatCode>
                <c:ptCount val="2"/>
                <c:pt idx="0">
                  <c:v>2</c:v>
                </c:pt>
                <c:pt idx="1">
                  <c:v>2</c:v>
                </c:pt>
              </c:numCache>
            </c:numRef>
          </c:val>
        </c:ser>
        <c:ser>
          <c:idx val="3"/>
          <c:order val="3"/>
          <c:tx>
            <c:strRef>
              <c:f>Tabelle1!$E$1</c:f>
              <c:strCache>
                <c:ptCount val="1"/>
                <c:pt idx="0">
                  <c:v>Datenreihe 4</c:v>
                </c:pt>
              </c:strCache>
            </c:strRef>
          </c:tx>
          <c:invertIfNegative val="0"/>
          <c:cat>
            <c:strRef>
              <c:f>Tabelle1!$A$2:$A$3</c:f>
              <c:strCache>
                <c:ptCount val="2"/>
                <c:pt idx="0">
                  <c:v>Kategorie 1</c:v>
                </c:pt>
                <c:pt idx="1">
                  <c:v>Kategorie 2</c:v>
                </c:pt>
              </c:strCache>
            </c:strRef>
          </c:cat>
          <c:val>
            <c:numRef>
              <c:f>Tabelle1!$E$2:$E$3</c:f>
              <c:numCache>
                <c:formatCode>General</c:formatCode>
                <c:ptCount val="2"/>
                <c:pt idx="0">
                  <c:v>3.4</c:v>
                </c:pt>
                <c:pt idx="1">
                  <c:v>3.2</c:v>
                </c:pt>
              </c:numCache>
            </c:numRef>
          </c:val>
        </c:ser>
        <c:dLbls>
          <c:showLegendKey val="0"/>
          <c:showVal val="0"/>
          <c:showCatName val="0"/>
          <c:showSerName val="0"/>
          <c:showPercent val="0"/>
          <c:showBubbleSize val="0"/>
        </c:dLbls>
        <c:gapWidth val="150"/>
        <c:axId val="117732864"/>
        <c:axId val="117734400"/>
      </c:barChart>
      <c:catAx>
        <c:axId val="117732864"/>
        <c:scaling>
          <c:orientation val="minMax"/>
        </c:scaling>
        <c:delete val="0"/>
        <c:axPos val="b"/>
        <c:numFmt formatCode="General" sourceLinked="0"/>
        <c:majorTickMark val="none"/>
        <c:minorTickMark val="none"/>
        <c:tickLblPos val="nextTo"/>
        <c:txPr>
          <a:bodyPr/>
          <a:lstStyle/>
          <a:p>
            <a:pPr>
              <a:defRPr>
                <a:latin typeface="Arial" panose="020B0604020202020204" pitchFamily="34" charset="0"/>
                <a:cs typeface="Arial" panose="020B0604020202020204" pitchFamily="34" charset="0"/>
              </a:defRPr>
            </a:pPr>
            <a:endParaRPr lang="de-DE"/>
          </a:p>
        </c:txPr>
        <c:crossAx val="117734400"/>
        <c:crosses val="autoZero"/>
        <c:auto val="1"/>
        <c:lblAlgn val="ctr"/>
        <c:lblOffset val="100"/>
        <c:noMultiLvlLbl val="0"/>
      </c:catAx>
      <c:valAx>
        <c:axId val="117734400"/>
        <c:scaling>
          <c:orientation val="minMax"/>
        </c:scaling>
        <c:delete val="0"/>
        <c:axPos val="l"/>
        <c:majorGridlines/>
        <c:numFmt formatCode="General" sourceLinked="1"/>
        <c:majorTickMark val="none"/>
        <c:minorTickMark val="none"/>
        <c:tickLblPos val="nextTo"/>
        <c:spPr>
          <a:ln>
            <a:noFill/>
          </a:ln>
        </c:spPr>
        <c:txPr>
          <a:bodyPr/>
          <a:lstStyle/>
          <a:p>
            <a:pPr>
              <a:defRPr>
                <a:latin typeface="Arial" panose="020B0604020202020204" pitchFamily="34" charset="0"/>
                <a:cs typeface="Arial" panose="020B0604020202020204" pitchFamily="34" charset="0"/>
              </a:defRPr>
            </a:pPr>
            <a:endParaRPr lang="de-DE"/>
          </a:p>
        </c:txPr>
        <c:crossAx val="117732864"/>
        <c:crosses val="autoZero"/>
        <c:crossBetween val="between"/>
        <c:majorUnit val="1"/>
        <c:minorUnit val="0.1"/>
      </c:valAx>
      <c:spPr>
        <a:noFill/>
        <a:ln>
          <a:noFill/>
        </a:ln>
      </c:spPr>
    </c:plotArea>
    <c:legend>
      <c:legendPos val="r"/>
      <c:legendEntry>
        <c:idx val="0"/>
        <c:txPr>
          <a:bodyPr/>
          <a:lstStyle/>
          <a:p>
            <a:pPr>
              <a:defRPr sz="1800">
                <a:latin typeface="Arial" panose="020B0604020202020204" pitchFamily="34" charset="0"/>
                <a:cs typeface="Arial" panose="020B0604020202020204" pitchFamily="34" charset="0"/>
              </a:defRPr>
            </a:pPr>
            <a:endParaRPr lang="de-DE"/>
          </a:p>
        </c:txPr>
      </c:legendEntry>
      <c:legendEntry>
        <c:idx val="1"/>
        <c:txPr>
          <a:bodyPr/>
          <a:lstStyle/>
          <a:p>
            <a:pPr>
              <a:defRPr sz="1800">
                <a:latin typeface="Arial" panose="020B0604020202020204" pitchFamily="34" charset="0"/>
                <a:cs typeface="Arial" panose="020B0604020202020204" pitchFamily="34" charset="0"/>
              </a:defRPr>
            </a:pPr>
            <a:endParaRPr lang="de-DE"/>
          </a:p>
        </c:txPr>
      </c:legendEntry>
      <c:legendEntry>
        <c:idx val="2"/>
        <c:txPr>
          <a:bodyPr/>
          <a:lstStyle/>
          <a:p>
            <a:pPr>
              <a:defRPr sz="1800">
                <a:latin typeface="Arial" panose="020B0604020202020204" pitchFamily="34" charset="0"/>
                <a:cs typeface="Arial" panose="020B0604020202020204" pitchFamily="34" charset="0"/>
              </a:defRPr>
            </a:pPr>
            <a:endParaRPr lang="de-DE"/>
          </a:p>
        </c:txPr>
      </c:legendEntry>
      <c:legendEntry>
        <c:idx val="3"/>
        <c:txPr>
          <a:bodyPr/>
          <a:lstStyle/>
          <a:p>
            <a:pPr>
              <a:defRPr sz="1800">
                <a:latin typeface="Arial" panose="020B0604020202020204" pitchFamily="34" charset="0"/>
                <a:cs typeface="Arial" panose="020B0604020202020204" pitchFamily="34" charset="0"/>
              </a:defRPr>
            </a:pPr>
            <a:endParaRPr lang="de-DE"/>
          </a:p>
        </c:txPr>
      </c:legendEntry>
      <c:layout>
        <c:manualLayout>
          <c:xMode val="edge"/>
          <c:yMode val="edge"/>
          <c:x val="0.75350753992689345"/>
          <c:y val="0.55987161557212595"/>
          <c:w val="0.23650909900821462"/>
          <c:h val="0.35230399236686122"/>
        </c:manualLayout>
      </c:layout>
      <c:overlay val="0"/>
    </c:legend>
    <c:plotVisOnly val="1"/>
    <c:dispBlanksAs val="gap"/>
    <c:showDLblsOverMax val="0"/>
  </c:chart>
  <c:spPr>
    <a:ln>
      <a:noFill/>
    </a:ln>
  </c:spPr>
  <c:txPr>
    <a:bodyPr/>
    <a:lstStyle/>
    <a:p>
      <a:pPr>
        <a:defRPr sz="2000"/>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2000" b="0">
                <a:solidFill>
                  <a:schemeClr val="accent1"/>
                </a:solidFill>
                <a:latin typeface="Arial" panose="020B0604020202020204" pitchFamily="34" charset="0"/>
                <a:cs typeface="Arial" panose="020B0604020202020204" pitchFamily="34" charset="0"/>
              </a:defRPr>
            </a:pPr>
            <a:r>
              <a:rPr lang="de-DE" sz="2000" b="0" dirty="0" smtClean="0">
                <a:solidFill>
                  <a:schemeClr val="accent1"/>
                </a:solidFill>
                <a:latin typeface="Arial" panose="020B0604020202020204" pitchFamily="34" charset="0"/>
                <a:cs typeface="Arial" panose="020B0604020202020204" pitchFamily="34" charset="0"/>
              </a:rPr>
              <a:t>» Titel Diagramm </a:t>
            </a:r>
            <a:endParaRPr lang="de-DE" sz="2000" b="0" dirty="0">
              <a:solidFill>
                <a:schemeClr val="accent1"/>
              </a:solidFill>
              <a:latin typeface="Arial" panose="020B0604020202020204" pitchFamily="34" charset="0"/>
              <a:cs typeface="Arial" panose="020B0604020202020204" pitchFamily="34" charset="0"/>
            </a:endParaRPr>
          </a:p>
        </c:rich>
      </c:tx>
      <c:layout>
        <c:manualLayout>
          <c:xMode val="edge"/>
          <c:yMode val="edge"/>
          <c:x val="1.0690843345080871E-3"/>
          <c:y val="1.5561996379487247E-2"/>
        </c:manualLayout>
      </c:layout>
      <c:overlay val="0"/>
    </c:title>
    <c:autoTitleDeleted val="0"/>
    <c:plotArea>
      <c:layout>
        <c:manualLayout>
          <c:layoutTarget val="inner"/>
          <c:xMode val="edge"/>
          <c:yMode val="edge"/>
          <c:x val="8.2497260657951738E-2"/>
          <c:y val="0.17636929230085546"/>
          <c:w val="0.88035917233646765"/>
          <c:h val="0.67738266009659054"/>
        </c:manualLayout>
      </c:layout>
      <c:lineChart>
        <c:grouping val="standard"/>
        <c:varyColors val="0"/>
        <c:ser>
          <c:idx val="0"/>
          <c:order val="0"/>
          <c:tx>
            <c:strRef>
              <c:f>Tabelle1!$B$1</c:f>
              <c:strCache>
                <c:ptCount val="1"/>
                <c:pt idx="0">
                  <c:v>Datenreihe 1</c:v>
                </c:pt>
              </c:strCache>
            </c:strRef>
          </c:tx>
          <c:spPr>
            <a:ln w="12700"/>
          </c:spPr>
          <c:marker>
            <c:symbol val="square"/>
            <c:size val="5"/>
          </c:marker>
          <c:cat>
            <c:strRef>
              <c:f>Tabelle1!$A$2:$A$6</c:f>
              <c:strCache>
                <c:ptCount val="5"/>
                <c:pt idx="0">
                  <c:v>Kategorie 1</c:v>
                </c:pt>
                <c:pt idx="1">
                  <c:v>Kategorie 2</c:v>
                </c:pt>
                <c:pt idx="2">
                  <c:v>Kategorie 3</c:v>
                </c:pt>
                <c:pt idx="3">
                  <c:v>Kategorie 4</c:v>
                </c:pt>
                <c:pt idx="4">
                  <c:v>Katergorie 5</c:v>
                </c:pt>
              </c:strCache>
            </c:strRef>
          </c:cat>
          <c:val>
            <c:numRef>
              <c:f>Tabelle1!$B$2:$B$6</c:f>
              <c:numCache>
                <c:formatCode>General</c:formatCode>
                <c:ptCount val="5"/>
                <c:pt idx="0">
                  <c:v>4.3</c:v>
                </c:pt>
                <c:pt idx="1">
                  <c:v>2.5</c:v>
                </c:pt>
                <c:pt idx="2">
                  <c:v>3.5</c:v>
                </c:pt>
                <c:pt idx="3">
                  <c:v>4.5</c:v>
                </c:pt>
                <c:pt idx="4">
                  <c:v>3.4</c:v>
                </c:pt>
              </c:numCache>
            </c:numRef>
          </c:val>
          <c:smooth val="0"/>
        </c:ser>
        <c:ser>
          <c:idx val="1"/>
          <c:order val="1"/>
          <c:tx>
            <c:strRef>
              <c:f>Tabelle1!$C$1</c:f>
              <c:strCache>
                <c:ptCount val="1"/>
                <c:pt idx="0">
                  <c:v>Datenreihe 2</c:v>
                </c:pt>
              </c:strCache>
            </c:strRef>
          </c:tx>
          <c:marker>
            <c:symbol val="none"/>
          </c:marker>
          <c:dPt>
            <c:idx val="2"/>
            <c:marker>
              <c:symbol val="square"/>
              <c:size val="5"/>
            </c:marker>
            <c:bubble3D val="0"/>
          </c:dPt>
          <c:cat>
            <c:strRef>
              <c:f>Tabelle1!$A$2:$A$6</c:f>
              <c:strCache>
                <c:ptCount val="5"/>
                <c:pt idx="0">
                  <c:v>Kategorie 1</c:v>
                </c:pt>
                <c:pt idx="1">
                  <c:v>Kategorie 2</c:v>
                </c:pt>
                <c:pt idx="2">
                  <c:v>Kategorie 3</c:v>
                </c:pt>
                <c:pt idx="3">
                  <c:v>Kategorie 4</c:v>
                </c:pt>
                <c:pt idx="4">
                  <c:v>Katergorie 5</c:v>
                </c:pt>
              </c:strCache>
            </c:strRef>
          </c:cat>
          <c:val>
            <c:numRef>
              <c:f>Tabelle1!$C$2:$C$6</c:f>
              <c:numCache>
                <c:formatCode>General</c:formatCode>
                <c:ptCount val="5"/>
                <c:pt idx="0">
                  <c:v>2.4</c:v>
                </c:pt>
                <c:pt idx="1">
                  <c:v>4.4000000000000004</c:v>
                </c:pt>
                <c:pt idx="2">
                  <c:v>1.8</c:v>
                </c:pt>
                <c:pt idx="3">
                  <c:v>2.8</c:v>
                </c:pt>
                <c:pt idx="4">
                  <c:v>2.4</c:v>
                </c:pt>
              </c:numCache>
            </c:numRef>
          </c:val>
          <c:smooth val="0"/>
        </c:ser>
        <c:ser>
          <c:idx val="2"/>
          <c:order val="2"/>
          <c:tx>
            <c:strRef>
              <c:f>Tabelle1!$D$1</c:f>
              <c:strCache>
                <c:ptCount val="1"/>
                <c:pt idx="0">
                  <c:v>Datenreihe 3</c:v>
                </c:pt>
              </c:strCache>
            </c:strRef>
          </c:tx>
          <c:marker>
            <c:symbol val="square"/>
            <c:size val="5"/>
          </c:marker>
          <c:cat>
            <c:strRef>
              <c:f>Tabelle1!$A$2:$A$6</c:f>
              <c:strCache>
                <c:ptCount val="5"/>
                <c:pt idx="0">
                  <c:v>Kategorie 1</c:v>
                </c:pt>
                <c:pt idx="1">
                  <c:v>Kategorie 2</c:v>
                </c:pt>
                <c:pt idx="2">
                  <c:v>Kategorie 3</c:v>
                </c:pt>
                <c:pt idx="3">
                  <c:v>Kategorie 4</c:v>
                </c:pt>
                <c:pt idx="4">
                  <c:v>Katergorie 5</c:v>
                </c:pt>
              </c:strCache>
            </c:strRef>
          </c:cat>
          <c:val>
            <c:numRef>
              <c:f>Tabelle1!$D$2:$D$6</c:f>
              <c:numCache>
                <c:formatCode>General</c:formatCode>
                <c:ptCount val="5"/>
                <c:pt idx="0">
                  <c:v>1.5</c:v>
                </c:pt>
                <c:pt idx="1">
                  <c:v>1.8</c:v>
                </c:pt>
                <c:pt idx="2">
                  <c:v>3</c:v>
                </c:pt>
                <c:pt idx="3">
                  <c:v>5</c:v>
                </c:pt>
                <c:pt idx="4">
                  <c:v>4</c:v>
                </c:pt>
              </c:numCache>
            </c:numRef>
          </c:val>
          <c:smooth val="0"/>
        </c:ser>
        <c:dLbls>
          <c:showLegendKey val="0"/>
          <c:showVal val="0"/>
          <c:showCatName val="0"/>
          <c:showSerName val="0"/>
          <c:showPercent val="0"/>
          <c:showBubbleSize val="0"/>
        </c:dLbls>
        <c:marker val="1"/>
        <c:smooth val="0"/>
        <c:axId val="122398976"/>
        <c:axId val="122400768"/>
      </c:lineChart>
      <c:catAx>
        <c:axId val="122398976"/>
        <c:scaling>
          <c:orientation val="minMax"/>
        </c:scaling>
        <c:delete val="1"/>
        <c:axPos val="b"/>
        <c:numFmt formatCode="General" sourceLinked="0"/>
        <c:majorTickMark val="none"/>
        <c:minorTickMark val="none"/>
        <c:tickLblPos val="nextTo"/>
        <c:crossAx val="122400768"/>
        <c:crosses val="autoZero"/>
        <c:auto val="1"/>
        <c:lblAlgn val="ctr"/>
        <c:lblOffset val="100"/>
        <c:noMultiLvlLbl val="0"/>
      </c:catAx>
      <c:valAx>
        <c:axId val="122400768"/>
        <c:scaling>
          <c:orientation val="minMax"/>
        </c:scaling>
        <c:delete val="0"/>
        <c:axPos val="l"/>
        <c:majorGridlines/>
        <c:numFmt formatCode="General" sourceLinked="1"/>
        <c:majorTickMark val="out"/>
        <c:minorTickMark val="none"/>
        <c:tickLblPos val="nextTo"/>
        <c:spPr>
          <a:ln>
            <a:noFill/>
          </a:ln>
        </c:spPr>
        <c:txPr>
          <a:bodyPr/>
          <a:lstStyle/>
          <a:p>
            <a:pPr>
              <a:defRPr>
                <a:latin typeface="Arial" panose="020B0604020202020204" pitchFamily="34" charset="0"/>
                <a:cs typeface="Arial" panose="020B0604020202020204" pitchFamily="34" charset="0"/>
              </a:defRPr>
            </a:pPr>
            <a:endParaRPr lang="de-DE"/>
          </a:p>
        </c:txPr>
        <c:crossAx val="122398976"/>
        <c:crosses val="autoZero"/>
        <c:crossBetween val="between"/>
      </c:valAx>
      <c:spPr>
        <a:noFill/>
        <a:ln>
          <a:noFill/>
        </a:ln>
      </c:spPr>
    </c:plotArea>
    <c:legend>
      <c:legendPos val="r"/>
      <c:layout>
        <c:manualLayout>
          <c:xMode val="edge"/>
          <c:yMode val="edge"/>
          <c:x val="0.12753357286649847"/>
          <c:y val="0.85295588071913586"/>
          <c:w val="0.74093137629640959"/>
          <c:h val="0.11898269473326493"/>
        </c:manualLayout>
      </c:layout>
      <c:overlay val="0"/>
      <c:txPr>
        <a:bodyPr/>
        <a:lstStyle/>
        <a:p>
          <a:pPr>
            <a:defRPr sz="1800">
              <a:latin typeface="Arial" panose="020B0604020202020204" pitchFamily="34" charset="0"/>
              <a:cs typeface="Arial" panose="020B0604020202020204" pitchFamily="34" charset="0"/>
            </a:defRPr>
          </a:pPr>
          <a:endParaRPr lang="de-DE"/>
        </a:p>
      </c:txPr>
    </c:legend>
    <c:plotVisOnly val="1"/>
    <c:dispBlanksAs val="gap"/>
    <c:showDLblsOverMax val="0"/>
  </c:chart>
  <c:txPr>
    <a:bodyPr/>
    <a:lstStyle/>
    <a:p>
      <a:pPr>
        <a:defRPr sz="2000"/>
      </a:pPr>
      <a:endParaRPr lang="de-DE"/>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2000" b="0">
                <a:solidFill>
                  <a:schemeClr val="accent1"/>
                </a:solidFill>
                <a:latin typeface="Arial" panose="020B0604020202020204" pitchFamily="34" charset="0"/>
                <a:cs typeface="Arial" panose="020B0604020202020204" pitchFamily="34" charset="0"/>
              </a:defRPr>
            </a:pPr>
            <a:r>
              <a:rPr lang="de-DE" sz="2000" b="0" dirty="0" smtClean="0">
                <a:solidFill>
                  <a:schemeClr val="accent1"/>
                </a:solidFill>
                <a:latin typeface="Arial" panose="020B0604020202020204" pitchFamily="34" charset="0"/>
                <a:cs typeface="Arial" panose="020B0604020202020204" pitchFamily="34" charset="0"/>
              </a:rPr>
              <a:t>» Titel Diagramm </a:t>
            </a:r>
            <a:endParaRPr lang="de-DE" sz="2000" b="0" dirty="0">
              <a:solidFill>
                <a:schemeClr val="accent1"/>
              </a:solidFill>
              <a:latin typeface="Arial" panose="020B0604020202020204" pitchFamily="34" charset="0"/>
              <a:cs typeface="Arial" panose="020B0604020202020204" pitchFamily="34" charset="0"/>
            </a:endParaRPr>
          </a:p>
        </c:rich>
      </c:tx>
      <c:layout>
        <c:manualLayout>
          <c:xMode val="edge"/>
          <c:yMode val="edge"/>
          <c:x val="1.0690843345080871E-3"/>
          <c:y val="1.5561996379487247E-2"/>
        </c:manualLayout>
      </c:layout>
      <c:overlay val="0"/>
    </c:title>
    <c:autoTitleDeleted val="0"/>
    <c:plotArea>
      <c:layout>
        <c:manualLayout>
          <c:layoutTarget val="inner"/>
          <c:xMode val="edge"/>
          <c:yMode val="edge"/>
          <c:x val="8.5363239744782299E-2"/>
          <c:y val="0.14783896560512885"/>
          <c:w val="0.66864897087531283"/>
          <c:h val="0.74741164380428315"/>
        </c:manualLayout>
      </c:layout>
      <c:barChart>
        <c:barDir val="bar"/>
        <c:grouping val="clustered"/>
        <c:varyColors val="0"/>
        <c:ser>
          <c:idx val="0"/>
          <c:order val="0"/>
          <c:tx>
            <c:strRef>
              <c:f>Tabelle1!$B$1</c:f>
              <c:strCache>
                <c:ptCount val="1"/>
                <c:pt idx="0">
                  <c:v>Datenreihe 1</c:v>
                </c:pt>
              </c:strCache>
            </c:strRef>
          </c:tx>
          <c:invertIfNegative val="0"/>
          <c:cat>
            <c:strRef>
              <c:f>Tabelle1!$A$2:$A$3</c:f>
              <c:strCache>
                <c:ptCount val="2"/>
                <c:pt idx="0">
                  <c:v>A</c:v>
                </c:pt>
                <c:pt idx="1">
                  <c:v>B</c:v>
                </c:pt>
              </c:strCache>
            </c:strRef>
          </c:cat>
          <c:val>
            <c:numRef>
              <c:f>Tabelle1!$B$2:$B$3</c:f>
              <c:numCache>
                <c:formatCode>General</c:formatCode>
                <c:ptCount val="2"/>
                <c:pt idx="0">
                  <c:v>4.3</c:v>
                </c:pt>
                <c:pt idx="1">
                  <c:v>2.5</c:v>
                </c:pt>
              </c:numCache>
            </c:numRef>
          </c:val>
        </c:ser>
        <c:ser>
          <c:idx val="1"/>
          <c:order val="1"/>
          <c:tx>
            <c:strRef>
              <c:f>Tabelle1!$C$1</c:f>
              <c:strCache>
                <c:ptCount val="1"/>
                <c:pt idx="0">
                  <c:v>Datenreihe 2</c:v>
                </c:pt>
              </c:strCache>
            </c:strRef>
          </c:tx>
          <c:invertIfNegative val="0"/>
          <c:cat>
            <c:strRef>
              <c:f>Tabelle1!$A$2:$A$3</c:f>
              <c:strCache>
                <c:ptCount val="2"/>
                <c:pt idx="0">
                  <c:v>A</c:v>
                </c:pt>
                <c:pt idx="1">
                  <c:v>B</c:v>
                </c:pt>
              </c:strCache>
            </c:strRef>
          </c:cat>
          <c:val>
            <c:numRef>
              <c:f>Tabelle1!$C$2:$C$3</c:f>
              <c:numCache>
                <c:formatCode>General</c:formatCode>
                <c:ptCount val="2"/>
                <c:pt idx="0">
                  <c:v>2.4</c:v>
                </c:pt>
                <c:pt idx="1">
                  <c:v>4.4000000000000004</c:v>
                </c:pt>
              </c:numCache>
            </c:numRef>
          </c:val>
        </c:ser>
        <c:ser>
          <c:idx val="2"/>
          <c:order val="2"/>
          <c:tx>
            <c:strRef>
              <c:f>Tabelle1!$D$1</c:f>
              <c:strCache>
                <c:ptCount val="1"/>
                <c:pt idx="0">
                  <c:v>Datenreihe 3</c:v>
                </c:pt>
              </c:strCache>
            </c:strRef>
          </c:tx>
          <c:invertIfNegative val="0"/>
          <c:cat>
            <c:strRef>
              <c:f>Tabelle1!$A$2:$A$3</c:f>
              <c:strCache>
                <c:ptCount val="2"/>
                <c:pt idx="0">
                  <c:v>A</c:v>
                </c:pt>
                <c:pt idx="1">
                  <c:v>B</c:v>
                </c:pt>
              </c:strCache>
            </c:strRef>
          </c:cat>
          <c:val>
            <c:numRef>
              <c:f>Tabelle1!$D$2:$D$3</c:f>
              <c:numCache>
                <c:formatCode>General</c:formatCode>
                <c:ptCount val="2"/>
                <c:pt idx="0">
                  <c:v>2</c:v>
                </c:pt>
                <c:pt idx="1">
                  <c:v>2</c:v>
                </c:pt>
              </c:numCache>
            </c:numRef>
          </c:val>
        </c:ser>
        <c:ser>
          <c:idx val="3"/>
          <c:order val="3"/>
          <c:tx>
            <c:strRef>
              <c:f>Tabelle1!$E$1</c:f>
              <c:strCache>
                <c:ptCount val="1"/>
                <c:pt idx="0">
                  <c:v>Datenreihe 4</c:v>
                </c:pt>
              </c:strCache>
            </c:strRef>
          </c:tx>
          <c:invertIfNegative val="0"/>
          <c:cat>
            <c:strRef>
              <c:f>Tabelle1!$A$2:$A$3</c:f>
              <c:strCache>
                <c:ptCount val="2"/>
                <c:pt idx="0">
                  <c:v>A</c:v>
                </c:pt>
                <c:pt idx="1">
                  <c:v>B</c:v>
                </c:pt>
              </c:strCache>
            </c:strRef>
          </c:cat>
          <c:val>
            <c:numRef>
              <c:f>Tabelle1!$E$2:$E$3</c:f>
              <c:numCache>
                <c:formatCode>General</c:formatCode>
                <c:ptCount val="2"/>
                <c:pt idx="0">
                  <c:v>3.4</c:v>
                </c:pt>
                <c:pt idx="1">
                  <c:v>3.2</c:v>
                </c:pt>
              </c:numCache>
            </c:numRef>
          </c:val>
        </c:ser>
        <c:dLbls>
          <c:showLegendKey val="0"/>
          <c:showVal val="0"/>
          <c:showCatName val="0"/>
          <c:showSerName val="0"/>
          <c:showPercent val="0"/>
          <c:showBubbleSize val="0"/>
        </c:dLbls>
        <c:gapWidth val="150"/>
        <c:axId val="122702080"/>
        <c:axId val="122712064"/>
      </c:barChart>
      <c:catAx>
        <c:axId val="122702080"/>
        <c:scaling>
          <c:orientation val="minMax"/>
        </c:scaling>
        <c:delete val="0"/>
        <c:axPos val="l"/>
        <c:numFmt formatCode="General" sourceLinked="1"/>
        <c:majorTickMark val="none"/>
        <c:minorTickMark val="none"/>
        <c:tickLblPos val="nextTo"/>
        <c:txPr>
          <a:bodyPr/>
          <a:lstStyle/>
          <a:p>
            <a:pPr>
              <a:defRPr>
                <a:latin typeface="Arial" panose="020B0604020202020204" pitchFamily="34" charset="0"/>
                <a:cs typeface="Arial" panose="020B0604020202020204" pitchFamily="34" charset="0"/>
              </a:defRPr>
            </a:pPr>
            <a:endParaRPr lang="de-DE"/>
          </a:p>
        </c:txPr>
        <c:crossAx val="122712064"/>
        <c:crosses val="autoZero"/>
        <c:auto val="1"/>
        <c:lblAlgn val="ctr"/>
        <c:lblOffset val="100"/>
        <c:noMultiLvlLbl val="0"/>
      </c:catAx>
      <c:valAx>
        <c:axId val="122712064"/>
        <c:scaling>
          <c:orientation val="minMax"/>
        </c:scaling>
        <c:delete val="0"/>
        <c:axPos val="b"/>
        <c:majorGridlines/>
        <c:numFmt formatCode="General" sourceLinked="1"/>
        <c:majorTickMark val="none"/>
        <c:minorTickMark val="none"/>
        <c:tickLblPos val="nextTo"/>
        <c:spPr>
          <a:ln>
            <a:noFill/>
          </a:ln>
        </c:spPr>
        <c:txPr>
          <a:bodyPr/>
          <a:lstStyle/>
          <a:p>
            <a:pPr>
              <a:defRPr>
                <a:latin typeface="Arial" panose="020B0604020202020204" pitchFamily="34" charset="0"/>
                <a:cs typeface="Arial" panose="020B0604020202020204" pitchFamily="34" charset="0"/>
              </a:defRPr>
            </a:pPr>
            <a:endParaRPr lang="de-DE"/>
          </a:p>
        </c:txPr>
        <c:crossAx val="122702080"/>
        <c:crosses val="autoZero"/>
        <c:crossBetween val="between"/>
        <c:majorUnit val="1"/>
        <c:minorUnit val="0.1"/>
      </c:valAx>
      <c:spPr>
        <a:noFill/>
        <a:ln>
          <a:noFill/>
        </a:ln>
      </c:spPr>
    </c:plotArea>
    <c:legend>
      <c:legendPos val="r"/>
      <c:layout>
        <c:manualLayout>
          <c:xMode val="edge"/>
          <c:yMode val="edge"/>
          <c:x val="0.75350753992689345"/>
          <c:y val="0.60396393864733988"/>
          <c:w val="0.23817299251902993"/>
          <c:h val="0.33414832992412608"/>
        </c:manualLayout>
      </c:layout>
      <c:overlay val="0"/>
      <c:txPr>
        <a:bodyPr/>
        <a:lstStyle/>
        <a:p>
          <a:pPr>
            <a:defRPr sz="1800">
              <a:latin typeface="Arial" panose="020B0604020202020204" pitchFamily="34" charset="0"/>
              <a:cs typeface="Arial" panose="020B0604020202020204" pitchFamily="34" charset="0"/>
            </a:defRPr>
          </a:pPr>
          <a:endParaRPr lang="de-DE"/>
        </a:p>
      </c:txPr>
    </c:legend>
    <c:plotVisOnly val="1"/>
    <c:dispBlanksAs val="gap"/>
    <c:showDLblsOverMax val="0"/>
  </c:chart>
  <c:spPr>
    <a:ln>
      <a:noFill/>
    </a:ln>
  </c:spPr>
  <c:txPr>
    <a:bodyPr/>
    <a:lstStyle/>
    <a:p>
      <a:pPr>
        <a:defRPr sz="2000"/>
      </a:pPr>
      <a:endParaRPr lang="de-DE"/>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2000" b="0">
                <a:solidFill>
                  <a:schemeClr val="accent1"/>
                </a:solidFill>
                <a:latin typeface="Arial" panose="020B0604020202020204" pitchFamily="34" charset="0"/>
                <a:cs typeface="Arial" panose="020B0604020202020204" pitchFamily="34" charset="0"/>
              </a:defRPr>
            </a:pPr>
            <a:r>
              <a:rPr lang="de-DE" sz="2000" b="0" dirty="0" smtClean="0">
                <a:solidFill>
                  <a:schemeClr val="accent1"/>
                </a:solidFill>
                <a:latin typeface="Arial" panose="020B0604020202020204" pitchFamily="34" charset="0"/>
                <a:cs typeface="Arial" panose="020B0604020202020204" pitchFamily="34" charset="0"/>
              </a:rPr>
              <a:t>» Titel Diagramm </a:t>
            </a:r>
            <a:endParaRPr lang="de-DE" sz="2000" b="0" dirty="0">
              <a:solidFill>
                <a:schemeClr val="accent1"/>
              </a:solidFill>
              <a:latin typeface="Arial" panose="020B0604020202020204" pitchFamily="34" charset="0"/>
              <a:cs typeface="Arial" panose="020B0604020202020204" pitchFamily="34" charset="0"/>
            </a:endParaRPr>
          </a:p>
        </c:rich>
      </c:tx>
      <c:layout>
        <c:manualLayout>
          <c:xMode val="edge"/>
          <c:yMode val="edge"/>
          <c:x val="1.0690843345080871E-3"/>
          <c:y val="1.5561996379487247E-2"/>
        </c:manualLayout>
      </c:layout>
      <c:overlay val="0"/>
    </c:title>
    <c:autoTitleDeleted val="0"/>
    <c:plotArea>
      <c:layout>
        <c:manualLayout>
          <c:layoutTarget val="inner"/>
          <c:xMode val="edge"/>
          <c:yMode val="edge"/>
          <c:x val="9.8269836921925452E-2"/>
          <c:y val="0.17636929230085546"/>
          <c:w val="0.60007238579833122"/>
          <c:h val="0.75000530986753111"/>
        </c:manualLayout>
      </c:layout>
      <c:pieChart>
        <c:varyColors val="1"/>
        <c:ser>
          <c:idx val="0"/>
          <c:order val="0"/>
          <c:tx>
            <c:strRef>
              <c:f>Tabelle1!$B$1</c:f>
              <c:strCache>
                <c:ptCount val="1"/>
                <c:pt idx="0">
                  <c:v>Datenreihe 1</c:v>
                </c:pt>
              </c:strCache>
            </c:strRef>
          </c:tx>
          <c:spPr>
            <a:ln w="12700"/>
          </c:spPr>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ser>
        <c:dLbls>
          <c:showLegendKey val="0"/>
          <c:showVal val="0"/>
          <c:showCatName val="0"/>
          <c:showSerName val="0"/>
          <c:showPercent val="0"/>
          <c:showBubbleSize val="0"/>
          <c:showLeaderLines val="1"/>
        </c:dLbls>
        <c:firstSliceAng val="0"/>
      </c:pieChart>
      <c:spPr>
        <a:noFill/>
        <a:ln>
          <a:noFill/>
        </a:ln>
      </c:spPr>
    </c:plotArea>
    <c:legend>
      <c:legendPos val="r"/>
      <c:layout>
        <c:manualLayout>
          <c:xMode val="edge"/>
          <c:yMode val="edge"/>
          <c:x val="0.69973634360978543"/>
          <c:y val="0.6003611935275166"/>
          <c:w val="0.30026365639021457"/>
          <c:h val="0.32625868367567001"/>
        </c:manualLayout>
      </c:layout>
      <c:overlay val="0"/>
      <c:txPr>
        <a:bodyPr/>
        <a:lstStyle/>
        <a:p>
          <a:pPr>
            <a:defRPr>
              <a:latin typeface="Arial" panose="020B0604020202020204" pitchFamily="34" charset="0"/>
              <a:cs typeface="Arial" panose="020B0604020202020204" pitchFamily="34" charset="0"/>
            </a:defRPr>
          </a:pPr>
          <a:endParaRPr lang="de-DE"/>
        </a:p>
      </c:txPr>
    </c:legend>
    <c:plotVisOnly val="1"/>
    <c:dispBlanksAs val="gap"/>
    <c:showDLblsOverMax val="0"/>
  </c:chart>
  <c:txPr>
    <a:bodyPr/>
    <a:lstStyle/>
    <a:p>
      <a:pPr>
        <a:defRPr sz="2000"/>
      </a:pPr>
      <a:endParaRPr lang="de-DE"/>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EU">
    <p:spTree>
      <p:nvGrpSpPr>
        <p:cNvPr id="1" name=""/>
        <p:cNvGrpSpPr/>
        <p:nvPr/>
      </p:nvGrpSpPr>
      <p:grpSpPr>
        <a:xfrm>
          <a:off x="0" y="0"/>
          <a:ext cx="0" cy="0"/>
          <a:chOff x="0" y="0"/>
          <a:chExt cx="0" cy="0"/>
        </a:xfrm>
      </p:grpSpPr>
      <p:sp>
        <p:nvSpPr>
          <p:cNvPr id="26" name="Textplatzhalter 17"/>
          <p:cNvSpPr txBox="1">
            <a:spLocks/>
          </p:cNvSpPr>
          <p:nvPr userDrawn="1"/>
        </p:nvSpPr>
        <p:spPr>
          <a:xfrm>
            <a:off x="20736000" y="23463040"/>
            <a:ext cx="10008000" cy="14292000"/>
          </a:xfrm>
          <a:prstGeom prst="rect">
            <a:avLst/>
          </a:prstGeom>
          <a:solidFill>
            <a:srgbClr val="EDEDED"/>
          </a:solidFill>
        </p:spPr>
        <p:txBody>
          <a:bodyPr vert="horz" wrap="square" lIns="756000" tIns="432000" rIns="1080000" bIns="180000" rtlCol="0">
            <a:noAutofit/>
          </a:bodyPr>
          <a:lstStyle>
            <a:lvl1pPr marL="0" indent="0" algn="l" defTabSz="4258627" rtl="0" eaLnBrk="1" latinLnBrk="0" hangingPunct="1">
              <a:lnSpc>
                <a:spcPts val="3671"/>
              </a:lnSpc>
              <a:spcBef>
                <a:spcPts val="0"/>
              </a:spcBef>
              <a:buClr>
                <a:schemeClr val="bg1"/>
              </a:buClr>
              <a:buFont typeface="Generis Sans Com" panose="020B0506040503020204" pitchFamily="34" charset="0"/>
              <a:buNone/>
              <a:defRPr sz="3000" kern="1200" baseline="0">
                <a:solidFill>
                  <a:schemeClr val="bg1"/>
                </a:solidFill>
                <a:latin typeface="+mn-lt"/>
                <a:ea typeface="+mn-ea"/>
                <a:cs typeface="+mn-cs"/>
              </a:defRPr>
            </a:lvl1pPr>
            <a:lvl2pPr marL="369074" indent="-369074" algn="l" defTabSz="4258627" rtl="0" eaLnBrk="1" latinLnBrk="0" hangingPunct="1">
              <a:lnSpc>
                <a:spcPts val="3671"/>
              </a:lnSpc>
              <a:spcBef>
                <a:spcPts val="0"/>
              </a:spcBef>
              <a:buClr>
                <a:schemeClr val="bg1"/>
              </a:buClr>
              <a:buFont typeface="Generis Sans Com" panose="020B0506040503020204" pitchFamily="34" charset="0"/>
              <a:buChar char="»"/>
              <a:defRPr sz="3000" kern="1200">
                <a:solidFill>
                  <a:schemeClr val="bg1"/>
                </a:solidFill>
                <a:latin typeface="+mn-lt"/>
                <a:ea typeface="+mn-ea"/>
                <a:cs typeface="+mn-cs"/>
              </a:defRPr>
            </a:lvl2pPr>
            <a:lvl3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3pPr>
            <a:lvl4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4pPr>
            <a:lvl5pPr marL="739766" indent="0" algn="l" defTabSz="4258627" rtl="0" eaLnBrk="1" latinLnBrk="0" hangingPunct="1">
              <a:lnSpc>
                <a:spcPts val="4384"/>
              </a:lnSpc>
              <a:spcBef>
                <a:spcPts val="0"/>
              </a:spcBef>
              <a:buFontTx/>
              <a:buNone/>
              <a:defRPr sz="3600" kern="1200">
                <a:solidFill>
                  <a:schemeClr val="bg1"/>
                </a:solidFill>
                <a:latin typeface="+mn-lt"/>
                <a:ea typeface="+mn-ea"/>
                <a:cs typeface="+mn-cs"/>
              </a:defRPr>
            </a:lvl5pPr>
            <a:lvl6pPr marL="11711222"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6pPr>
            <a:lvl7pPr marL="13840535"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7pPr>
            <a:lvl8pPr marL="15969849"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8pPr>
            <a:lvl9pPr marL="18099161"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9pPr>
          </a:lstStyle>
          <a:p>
            <a:endParaRPr lang="de-DE" dirty="0">
              <a:solidFill>
                <a:srgbClr val="5D686E"/>
              </a:solidFill>
            </a:endParaRPr>
          </a:p>
        </p:txBody>
      </p:sp>
      <p:sp>
        <p:nvSpPr>
          <p:cNvPr id="2" name="Titel 1"/>
          <p:cNvSpPr>
            <a:spLocks noGrp="1"/>
          </p:cNvSpPr>
          <p:nvPr>
            <p:ph type="title" hasCustomPrompt="1"/>
          </p:nvPr>
        </p:nvSpPr>
        <p:spPr>
          <a:xfrm>
            <a:off x="1818830" y="1629034"/>
            <a:ext cx="16695329" cy="3221695"/>
          </a:xfrm>
        </p:spPr>
        <p:txBody>
          <a:bodyPr/>
          <a:lstStyle>
            <a:lvl1pPr>
              <a:defRPr sz="9000">
                <a:latin typeface="Georgia" panose="02040502050405020303" pitchFamily="18" charset="0"/>
              </a:defRPr>
            </a:lvl1pPr>
          </a:lstStyle>
          <a:p>
            <a:r>
              <a:rPr lang="pt-BR" dirty="0" smtClean="0"/>
              <a:t>Titel: Ucient premporiam,</a:t>
            </a:r>
            <a:br>
              <a:rPr lang="pt-BR" dirty="0" smtClean="0"/>
            </a:br>
            <a:r>
              <a:rPr lang="pt-BR" dirty="0" smtClean="0"/>
              <a:t>enita eum esequisquam, nons</a:t>
            </a:r>
            <a:endParaRPr lang="de-DE" dirty="0"/>
          </a:p>
        </p:txBody>
      </p:sp>
      <p:sp>
        <p:nvSpPr>
          <p:cNvPr id="3" name="Inhaltsplatzhalter 2"/>
          <p:cNvSpPr>
            <a:spLocks noGrp="1"/>
          </p:cNvSpPr>
          <p:nvPr>
            <p:ph idx="1"/>
          </p:nvPr>
        </p:nvSpPr>
        <p:spPr>
          <a:xfrm>
            <a:off x="1854000" y="9365464"/>
            <a:ext cx="16308000" cy="3352869"/>
          </a:xfrm>
        </p:spPr>
        <p:txBody>
          <a:bodyPr wrap="square" lIns="288000" tIns="180000" rIns="288000" bIns="0">
            <a:spAutoFit/>
          </a:bodyPr>
          <a:lstStyle>
            <a:lvl1pPr marL="0" indent="0">
              <a:buClr>
                <a:schemeClr val="accent1"/>
              </a:buClr>
              <a:buFont typeface="Generis Sans Com" panose="020B0506040503020204" pitchFamily="34" charset="0"/>
              <a:buNone/>
              <a:defRPr>
                <a:latin typeface="Arial" panose="020B0604020202020204" pitchFamily="34" charset="0"/>
                <a:cs typeface="Arial" panose="020B0604020202020204" pitchFamily="34" charset="0"/>
              </a:defRPr>
            </a:lvl1pPr>
            <a:lvl2pPr marL="528638" indent="-528638">
              <a:spcBef>
                <a:spcPts val="2651"/>
              </a:spcBef>
              <a:spcAft>
                <a:spcPts val="0"/>
              </a:spcAft>
              <a:buFont typeface="Arial" panose="020B0604020202020204" pitchFamily="34" charset="0"/>
              <a:buChar char="»"/>
              <a:defRPr>
                <a:latin typeface="Arial" panose="020B0604020202020204" pitchFamily="34" charset="0"/>
                <a:cs typeface="Arial" panose="020B0604020202020204" pitchFamily="34" charset="0"/>
              </a:defRPr>
            </a:lvl2pPr>
            <a:lvl3pPr marL="528638" indent="0">
              <a:defRPr>
                <a:latin typeface="Arial" panose="020B0604020202020204" pitchFamily="34" charset="0"/>
                <a:cs typeface="Arial" panose="020B0604020202020204" pitchFamily="34" charset="0"/>
              </a:defRPr>
            </a:lvl3pPr>
            <a:lvl4pPr marL="528638" indent="0">
              <a:defRPr>
                <a:latin typeface="Arial" panose="020B0604020202020204" pitchFamily="34" charset="0"/>
                <a:cs typeface="Arial" panose="020B0604020202020204" pitchFamily="34" charset="0"/>
              </a:defRPr>
            </a:lvl4pPr>
            <a:lvl5pPr marL="528638" indent="0">
              <a:defRPr>
                <a:latin typeface="Arial" panose="020B0604020202020204" pitchFamily="34" charset="0"/>
                <a:cs typeface="Arial" panose="020B0604020202020204" pitchFamily="34" charset="0"/>
              </a:defRPr>
            </a:lvl5p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8" name="Textplatzhalter 7"/>
          <p:cNvSpPr>
            <a:spLocks noGrp="1"/>
          </p:cNvSpPr>
          <p:nvPr>
            <p:ph type="body" sz="quarter" idx="13" hasCustomPrompt="1"/>
          </p:nvPr>
        </p:nvSpPr>
        <p:spPr>
          <a:xfrm>
            <a:off x="1818830" y="5035912"/>
            <a:ext cx="16695329" cy="930353"/>
          </a:xfrm>
        </p:spPr>
        <p:txBody>
          <a:bodyPr/>
          <a:lstStyle>
            <a:lvl1pPr marL="0" indent="0">
              <a:buFontTx/>
              <a:buNone/>
              <a:defRPr sz="5100" b="1">
                <a:solidFill>
                  <a:schemeClr val="accent1"/>
                </a:solidFill>
                <a:latin typeface="Arial" panose="020B0604020202020204" pitchFamily="34" charset="0"/>
                <a:cs typeface="Arial" panose="020B0604020202020204" pitchFamily="34" charset="0"/>
              </a:defRPr>
            </a:lvl1pPr>
          </a:lstStyle>
          <a:p>
            <a:pPr lvl="0"/>
            <a:r>
              <a:rPr lang="de-DE" dirty="0" smtClean="0"/>
              <a:t>Name, Studiengang</a:t>
            </a:r>
          </a:p>
        </p:txBody>
      </p:sp>
      <p:sp>
        <p:nvSpPr>
          <p:cNvPr id="10" name="Textfeld 9"/>
          <p:cNvSpPr txBox="1"/>
          <p:nvPr/>
        </p:nvSpPr>
        <p:spPr>
          <a:xfrm>
            <a:off x="1794767" y="8069407"/>
            <a:ext cx="16704000" cy="1101323"/>
          </a:xfrm>
          <a:prstGeom prst="rect">
            <a:avLst/>
          </a:prstGeom>
          <a:noFill/>
        </p:spPr>
        <p:txBody>
          <a:bodyPr wrap="none" lIns="367085" tIns="183543" rIns="734170" bIns="183543" rtlCol="0">
            <a:noAutofit/>
          </a:bodyPr>
          <a:lstStyle/>
          <a:p>
            <a:r>
              <a:rPr lang="de-DE" sz="5600" dirty="0" smtClean="0">
                <a:latin typeface="Georgia" panose="02040502050405020303" pitchFamily="18" charset="0"/>
              </a:rPr>
              <a:t>Projektbeschreibung</a:t>
            </a:r>
            <a:endParaRPr lang="de-DE" sz="5600" dirty="0">
              <a:latin typeface="Georgia" panose="02040502050405020303" pitchFamily="18" charset="0"/>
            </a:endParaRPr>
          </a:p>
        </p:txBody>
      </p:sp>
      <p:sp>
        <p:nvSpPr>
          <p:cNvPr id="15" name="Textplatzhalter 14"/>
          <p:cNvSpPr>
            <a:spLocks noGrp="1"/>
          </p:cNvSpPr>
          <p:nvPr>
            <p:ph type="body" sz="quarter" idx="14"/>
          </p:nvPr>
        </p:nvSpPr>
        <p:spPr>
          <a:xfrm>
            <a:off x="20736000" y="9223693"/>
            <a:ext cx="10008000" cy="6845340"/>
          </a:xfrm>
          <a:solidFill>
            <a:srgbClr val="EDEDED"/>
          </a:solidFill>
        </p:spPr>
        <p:txBody>
          <a:bodyPr lIns="756000" tIns="432000" rIns="1080000" bIns="180000">
            <a:noAutofit/>
          </a:bodyPr>
          <a:lstStyle>
            <a:lvl1pPr marL="0" indent="0">
              <a:lnSpc>
                <a:spcPts val="3671"/>
              </a:lnSpc>
              <a:buClr>
                <a:schemeClr val="bg1"/>
              </a:buClr>
              <a:buNone/>
              <a:defRPr sz="3000">
                <a:solidFill>
                  <a:srgbClr val="5D686E"/>
                </a:solidFill>
                <a:latin typeface="Arial" panose="020B0604020202020204" pitchFamily="34" charset="0"/>
                <a:cs typeface="Arial" panose="020B0604020202020204" pitchFamily="34" charset="0"/>
              </a:defRPr>
            </a:lvl1pPr>
            <a:lvl2pPr marL="369074" indent="-369074">
              <a:lnSpc>
                <a:spcPts val="3671"/>
              </a:lnSpc>
              <a:spcBef>
                <a:spcPts val="2346"/>
              </a:spcBef>
              <a:buClr>
                <a:srgbClr val="5D686E"/>
              </a:buClr>
              <a:buFont typeface="Arial" panose="020B0604020202020204" pitchFamily="34" charset="0"/>
              <a:buChar char="»"/>
              <a:defRPr sz="3000">
                <a:solidFill>
                  <a:srgbClr val="5D686E"/>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smtClean="0"/>
              <a:t>Textmasterformat bearbeiten</a:t>
            </a:r>
          </a:p>
          <a:p>
            <a:pPr lvl="1"/>
            <a:r>
              <a:rPr lang="de-DE" dirty="0" smtClean="0"/>
              <a:t>Zweite Ebene</a:t>
            </a:r>
          </a:p>
        </p:txBody>
      </p:sp>
      <p:sp>
        <p:nvSpPr>
          <p:cNvPr id="16" name="Textplatzhalter 14"/>
          <p:cNvSpPr>
            <a:spLocks noGrp="1"/>
          </p:cNvSpPr>
          <p:nvPr>
            <p:ph type="body" sz="quarter" idx="15" hasCustomPrompt="1"/>
          </p:nvPr>
        </p:nvSpPr>
        <p:spPr>
          <a:xfrm>
            <a:off x="20736000" y="17918426"/>
            <a:ext cx="10008000" cy="3733822"/>
          </a:xfrm>
          <a:solidFill>
            <a:srgbClr val="EDEDED"/>
          </a:solidFill>
        </p:spPr>
        <p:txBody>
          <a:bodyPr lIns="756000" tIns="432000" rIns="1080000" bIns="180000">
            <a:noAutofit/>
          </a:bodyPr>
          <a:lstStyle>
            <a:lvl1pPr marL="0" indent="0">
              <a:lnSpc>
                <a:spcPts val="3671"/>
              </a:lnSpc>
              <a:buClr>
                <a:schemeClr val="bg1"/>
              </a:buClr>
              <a:buNone/>
              <a:defRPr sz="3000" baseline="0">
                <a:solidFill>
                  <a:srgbClr val="5D686E"/>
                </a:solidFill>
                <a:latin typeface="Arial" panose="020B0604020202020204" pitchFamily="34" charset="0"/>
                <a:cs typeface="Arial" panose="020B0604020202020204" pitchFamily="34" charset="0"/>
              </a:defRPr>
            </a:lvl1pPr>
            <a:lvl2pPr marL="369074" indent="-369074">
              <a:lnSpc>
                <a:spcPts val="3671"/>
              </a:lnSpc>
              <a:buClr>
                <a:srgbClr val="5D686E"/>
              </a:buClr>
              <a:buFont typeface="Arial" panose="020B0604020202020204" pitchFamily="34" charset="0"/>
              <a:buChar char="»"/>
              <a:defRPr sz="3000">
                <a:solidFill>
                  <a:srgbClr val="5D686E"/>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smtClean="0"/>
              <a:t>Textmasterformat bearbeiten </a:t>
            </a:r>
          </a:p>
          <a:p>
            <a:pPr lvl="1"/>
            <a:r>
              <a:rPr lang="de-DE" dirty="0" smtClean="0"/>
              <a:t>Zweite Ebene</a:t>
            </a:r>
          </a:p>
        </p:txBody>
      </p:sp>
      <p:sp>
        <p:nvSpPr>
          <p:cNvPr id="25" name="Textplatzhalter 14"/>
          <p:cNvSpPr>
            <a:spLocks noGrp="1"/>
          </p:cNvSpPr>
          <p:nvPr>
            <p:ph type="body" sz="quarter" idx="20"/>
          </p:nvPr>
        </p:nvSpPr>
        <p:spPr>
          <a:xfrm>
            <a:off x="20733052" y="29264400"/>
            <a:ext cx="9720000" cy="4319999"/>
          </a:xfrm>
        </p:spPr>
        <p:txBody>
          <a:bodyPr lIns="756000" tIns="432000" rIns="1080000" bIns="180000">
            <a:noAutofit/>
          </a:bodyPr>
          <a:lstStyle>
            <a:lvl1pPr marL="367455" indent="-367455">
              <a:lnSpc>
                <a:spcPts val="3426"/>
              </a:lnSpc>
              <a:spcAft>
                <a:spcPts val="2651"/>
              </a:spcAft>
              <a:buClr>
                <a:schemeClr val="tx1"/>
              </a:buClr>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369074" indent="-369074">
              <a:lnSpc>
                <a:spcPts val="3426"/>
              </a:lnSpc>
              <a:spcAft>
                <a:spcPts val="2651"/>
              </a:spcAft>
              <a:buClr>
                <a:schemeClr val="tx1"/>
              </a:buClr>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smtClean="0"/>
              <a:t>Textmasterformat bearbeiten</a:t>
            </a:r>
          </a:p>
          <a:p>
            <a:pPr lvl="1"/>
            <a:r>
              <a:rPr lang="de-DE" dirty="0" smtClean="0"/>
              <a:t>Zweite Ebene</a:t>
            </a:r>
          </a:p>
        </p:txBody>
      </p:sp>
      <p:sp>
        <p:nvSpPr>
          <p:cNvPr id="44" name="Rechteck 43"/>
          <p:cNvSpPr/>
          <p:nvPr userDrawn="1"/>
        </p:nvSpPr>
        <p:spPr>
          <a:xfrm>
            <a:off x="25357219" y="24104792"/>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Rechteck 44"/>
          <p:cNvSpPr/>
          <p:nvPr userDrawn="1"/>
        </p:nvSpPr>
        <p:spPr>
          <a:xfrm>
            <a:off x="21333254" y="26193321"/>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Rechteck 45"/>
          <p:cNvSpPr/>
          <p:nvPr userDrawn="1"/>
        </p:nvSpPr>
        <p:spPr>
          <a:xfrm>
            <a:off x="25357219" y="26193321"/>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46"/>
          <p:cNvSpPr/>
          <p:nvPr userDrawn="1"/>
        </p:nvSpPr>
        <p:spPr>
          <a:xfrm>
            <a:off x="21333254" y="24104792"/>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Bildplatzhalter 17"/>
          <p:cNvSpPr>
            <a:spLocks noGrp="1" noChangeAspect="1"/>
          </p:cNvSpPr>
          <p:nvPr>
            <p:ph type="pic" sz="quarter" idx="16" hasCustomPrompt="1"/>
          </p:nvPr>
        </p:nvSpPr>
        <p:spPr>
          <a:xfrm>
            <a:off x="21598827" y="24248984"/>
            <a:ext cx="3478587" cy="1584000"/>
          </a:xfrm>
          <a:solidFill>
            <a:schemeClr val="bg1"/>
          </a:solidFill>
        </p:spPr>
        <p:txBody>
          <a:bodyPr wrap="none" lIns="0" tIns="0" rIns="0" bIns="0" anchor="ctr"/>
          <a:lstStyle>
            <a:lvl1pPr marL="0" indent="0" algn="ctr">
              <a:buNone/>
              <a:defRPr sz="2600"/>
            </a:lvl1pPr>
          </a:lstStyle>
          <a:p>
            <a:r>
              <a:rPr lang="de-DE" dirty="0" smtClean="0"/>
              <a:t>Logo</a:t>
            </a:r>
            <a:endParaRPr lang="de-DE" dirty="0"/>
          </a:p>
        </p:txBody>
      </p:sp>
      <p:sp>
        <p:nvSpPr>
          <p:cNvPr id="49" name="Bildplatzhalter 17"/>
          <p:cNvSpPr>
            <a:spLocks noGrp="1" noChangeAspect="1"/>
          </p:cNvSpPr>
          <p:nvPr>
            <p:ph type="pic" sz="quarter" idx="17" hasCustomPrompt="1"/>
          </p:nvPr>
        </p:nvSpPr>
        <p:spPr>
          <a:xfrm>
            <a:off x="25631275" y="24248984"/>
            <a:ext cx="3478587" cy="1584000"/>
          </a:xfrm>
          <a:solidFill>
            <a:schemeClr val="bg1"/>
          </a:solidFill>
        </p:spPr>
        <p:txBody>
          <a:bodyPr wrap="none" lIns="0" tIns="0" rIns="0" bIns="0" anchor="ctr"/>
          <a:lstStyle>
            <a:lvl1pPr marL="0" indent="0" algn="ctr">
              <a:buNone/>
              <a:defRPr sz="2600"/>
            </a:lvl1pPr>
          </a:lstStyle>
          <a:p>
            <a:r>
              <a:rPr lang="de-DE" dirty="0" smtClean="0"/>
              <a:t>Logo</a:t>
            </a:r>
            <a:endParaRPr lang="de-DE" dirty="0"/>
          </a:p>
        </p:txBody>
      </p:sp>
      <p:sp>
        <p:nvSpPr>
          <p:cNvPr id="50" name="Bildplatzhalter 17"/>
          <p:cNvSpPr>
            <a:spLocks noGrp="1" noChangeAspect="1"/>
          </p:cNvSpPr>
          <p:nvPr>
            <p:ph type="pic" sz="quarter" idx="18" hasCustomPrompt="1"/>
          </p:nvPr>
        </p:nvSpPr>
        <p:spPr>
          <a:xfrm>
            <a:off x="21598827" y="26313450"/>
            <a:ext cx="3478587" cy="1584000"/>
          </a:xfrm>
          <a:solidFill>
            <a:schemeClr val="bg1"/>
          </a:solidFill>
        </p:spPr>
        <p:txBody>
          <a:bodyPr wrap="none" lIns="0" tIns="0" rIns="0" bIns="0" anchor="ctr"/>
          <a:lstStyle>
            <a:lvl1pPr marL="0" indent="0" algn="ctr">
              <a:buNone/>
              <a:defRPr sz="2600"/>
            </a:lvl1pPr>
          </a:lstStyle>
          <a:p>
            <a:r>
              <a:rPr lang="de-DE" dirty="0" smtClean="0"/>
              <a:t>Logo</a:t>
            </a:r>
            <a:endParaRPr lang="de-DE" dirty="0"/>
          </a:p>
        </p:txBody>
      </p:sp>
      <p:sp>
        <p:nvSpPr>
          <p:cNvPr id="51" name="Bildplatzhalter 17"/>
          <p:cNvSpPr>
            <a:spLocks noGrp="1" noChangeAspect="1"/>
          </p:cNvSpPr>
          <p:nvPr>
            <p:ph type="pic" sz="quarter" idx="19" hasCustomPrompt="1"/>
          </p:nvPr>
        </p:nvSpPr>
        <p:spPr>
          <a:xfrm>
            <a:off x="25631275" y="26313450"/>
            <a:ext cx="3478587" cy="1584000"/>
          </a:xfrm>
          <a:solidFill>
            <a:schemeClr val="bg1"/>
          </a:solidFill>
        </p:spPr>
        <p:txBody>
          <a:bodyPr wrap="none" lIns="0" tIns="0" rIns="0" bIns="0" anchor="ctr"/>
          <a:lstStyle>
            <a:lvl1pPr marL="0" indent="0" algn="ctr">
              <a:buNone/>
              <a:defRPr sz="2600"/>
            </a:lvl1pPr>
          </a:lstStyle>
          <a:p>
            <a:r>
              <a:rPr lang="de-DE" dirty="0" smtClean="0"/>
              <a:t>Logo</a:t>
            </a:r>
            <a:endParaRPr lang="de-DE" dirty="0"/>
          </a:p>
        </p:txBody>
      </p:sp>
      <p:sp>
        <p:nvSpPr>
          <p:cNvPr id="52" name="Bildplatzhalter 8"/>
          <p:cNvSpPr>
            <a:spLocks noGrp="1"/>
          </p:cNvSpPr>
          <p:nvPr>
            <p:ph type="pic" sz="quarter" idx="21"/>
          </p:nvPr>
        </p:nvSpPr>
        <p:spPr>
          <a:xfrm>
            <a:off x="2178050" y="13195298"/>
            <a:ext cx="5436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smtClean="0"/>
              <a:t>Bild durch Klicken auf Symbol hinzufügen</a:t>
            </a:r>
            <a:endParaRPr lang="de-DE" dirty="0"/>
          </a:p>
        </p:txBody>
      </p:sp>
      <p:sp>
        <p:nvSpPr>
          <p:cNvPr id="53" name="Bildplatzhalter 8"/>
          <p:cNvSpPr>
            <a:spLocks noGrp="1"/>
          </p:cNvSpPr>
          <p:nvPr>
            <p:ph type="pic" sz="quarter" idx="22"/>
          </p:nvPr>
        </p:nvSpPr>
        <p:spPr>
          <a:xfrm>
            <a:off x="13068050" y="13195299"/>
            <a:ext cx="4644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smtClean="0"/>
              <a:t>Bild durch Klicken auf Symbol hinzufügen</a:t>
            </a:r>
            <a:endParaRPr lang="de-DE" dirty="0"/>
          </a:p>
        </p:txBody>
      </p:sp>
      <p:sp>
        <p:nvSpPr>
          <p:cNvPr id="54" name="Bildplatzhalter 8"/>
          <p:cNvSpPr>
            <a:spLocks noGrp="1"/>
          </p:cNvSpPr>
          <p:nvPr>
            <p:ph type="pic" sz="quarter" idx="24"/>
          </p:nvPr>
        </p:nvSpPr>
        <p:spPr>
          <a:xfrm>
            <a:off x="7623050" y="13195298"/>
            <a:ext cx="5436000" cy="2952000"/>
          </a:xfrm>
        </p:spPr>
        <p:txBody>
          <a:bodyPr/>
          <a:lstStyle>
            <a:lvl1pPr marL="0" indent="0">
              <a:buFontTx/>
              <a:buNone/>
              <a:defRPr>
                <a:latin typeface="Arial" panose="020B0604020202020204" pitchFamily="34" charset="0"/>
                <a:cs typeface="Arial" panose="020B0604020202020204" pitchFamily="34" charset="0"/>
              </a:defRPr>
            </a:lvl1pPr>
          </a:lstStyle>
          <a:p>
            <a:r>
              <a:rPr lang="de-DE" dirty="0" smtClean="0"/>
              <a:t>Bild durch Klicken auf Symbol hinzufügen</a:t>
            </a:r>
            <a:endParaRPr lang="de-DE" dirty="0"/>
          </a:p>
        </p:txBody>
      </p:sp>
      <p:sp>
        <p:nvSpPr>
          <p:cNvPr id="55" name="Textplatzhalter 13"/>
          <p:cNvSpPr>
            <a:spLocks noGrp="1"/>
          </p:cNvSpPr>
          <p:nvPr>
            <p:ph type="body" sz="quarter" idx="23" hasCustomPrompt="1"/>
          </p:nvPr>
        </p:nvSpPr>
        <p:spPr>
          <a:xfrm>
            <a:off x="2178050" y="16222843"/>
            <a:ext cx="15534000" cy="612000"/>
          </a:xfrm>
          <a:solidFill>
            <a:schemeClr val="accent2"/>
          </a:solidFill>
        </p:spPr>
        <p:txBody>
          <a:bodyPr tIns="0" rIns="180000" bIns="0" anchor="ctr" anchorCtr="0"/>
          <a:lstStyle>
            <a:lvl1pPr marL="0" indent="0">
              <a:lnSpc>
                <a:spcPts val="3600"/>
              </a:lnSpc>
              <a:buFontTx/>
              <a:buNone/>
              <a:defRPr sz="2500">
                <a:solidFill>
                  <a:schemeClr val="bg1"/>
                </a:solidFill>
                <a:latin typeface="Arial" panose="020B0604020202020204" pitchFamily="34" charset="0"/>
                <a:cs typeface="Arial" panose="020B0604020202020204" pitchFamily="34" charset="0"/>
              </a:defRPr>
            </a:lvl1pPr>
            <a:lvl2pPr>
              <a:lnSpc>
                <a:spcPts val="3600"/>
              </a:lnSpc>
              <a:defRPr sz="2500">
                <a:solidFill>
                  <a:schemeClr val="bg1"/>
                </a:solidFill>
              </a:defRPr>
            </a:lvl2pPr>
            <a:lvl3pPr>
              <a:lnSpc>
                <a:spcPts val="3600"/>
              </a:lnSpc>
              <a:defRPr sz="2500">
                <a:solidFill>
                  <a:schemeClr val="bg1"/>
                </a:solidFill>
              </a:defRPr>
            </a:lvl3pPr>
            <a:lvl4pPr>
              <a:lnSpc>
                <a:spcPts val="3600"/>
              </a:lnSpc>
              <a:defRPr sz="2500">
                <a:solidFill>
                  <a:schemeClr val="bg1"/>
                </a:solidFill>
              </a:defRPr>
            </a:lvl4pPr>
            <a:lvl5pPr>
              <a:lnSpc>
                <a:spcPts val="3600"/>
              </a:lnSpc>
              <a:defRPr sz="2500">
                <a:solidFill>
                  <a:schemeClr val="bg1"/>
                </a:solidFill>
              </a:defRPr>
            </a:lvl5pPr>
          </a:lstStyle>
          <a:p>
            <a:pPr lvl="0"/>
            <a:r>
              <a:rPr lang="de-DE" dirty="0" smtClean="0"/>
              <a:t>Bildunterschrift</a:t>
            </a:r>
            <a:endParaRPr lang="de-DE" dirty="0"/>
          </a:p>
        </p:txBody>
      </p:sp>
    </p:spTree>
    <p:extLst>
      <p:ext uri="{BB962C8B-B14F-4D97-AF65-F5344CB8AC3E}">
        <p14:creationId xmlns:p14="http://schemas.microsoft.com/office/powerpoint/2010/main" val="217692758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Nicht benutzen!">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145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 y="37764000"/>
            <a:ext cx="30995998" cy="5760885"/>
          </a:xfrm>
          <a:prstGeom prst="rect">
            <a:avLst/>
          </a:prstGeom>
        </p:spPr>
      </p:pic>
      <p:sp>
        <p:nvSpPr>
          <p:cNvPr id="2" name="Titelplatzhalter 1"/>
          <p:cNvSpPr>
            <a:spLocks noGrp="1"/>
          </p:cNvSpPr>
          <p:nvPr>
            <p:ph type="title"/>
          </p:nvPr>
        </p:nvSpPr>
        <p:spPr>
          <a:xfrm>
            <a:off x="1828054" y="1629034"/>
            <a:ext cx="16695329" cy="3221695"/>
          </a:xfrm>
          <a:prstGeom prst="rect">
            <a:avLst/>
          </a:prstGeom>
        </p:spPr>
        <p:txBody>
          <a:bodyPr vert="horz" lIns="367085" tIns="183543" rIns="367085" bIns="183543" rtlCol="0" anchor="t">
            <a:noAutofit/>
          </a:bodyPr>
          <a:lstStyle/>
          <a:p>
            <a:r>
              <a:rPr lang="de-DE" dirty="0" smtClean="0"/>
              <a:t>Titelmasterformat durch Klicken bearbeiten</a:t>
            </a:r>
            <a:endParaRPr lang="de-DE" dirty="0"/>
          </a:p>
        </p:txBody>
      </p:sp>
      <p:sp>
        <p:nvSpPr>
          <p:cNvPr id="3" name="Textplatzhalter 2"/>
          <p:cNvSpPr>
            <a:spLocks noGrp="1"/>
          </p:cNvSpPr>
          <p:nvPr>
            <p:ph type="body" idx="1"/>
          </p:nvPr>
        </p:nvSpPr>
        <p:spPr>
          <a:xfrm>
            <a:off x="1828053" y="9365464"/>
            <a:ext cx="16695329" cy="1491070"/>
          </a:xfrm>
          <a:prstGeom prst="rect">
            <a:avLst/>
          </a:prstGeom>
        </p:spPr>
        <p:txBody>
          <a:bodyPr vert="horz" wrap="square" lIns="367085" tIns="183543" rIns="734170" bIns="183543" rtlCol="0">
            <a:spAutoFit/>
          </a:bodyPr>
          <a:lstStyle/>
          <a:p>
            <a:pPr lvl="0"/>
            <a:r>
              <a:rPr lang="de-DE" dirty="0" smtClean="0"/>
              <a:t>Textmasterformat bearbeiten</a:t>
            </a:r>
          </a:p>
          <a:p>
            <a:pPr lvl="1"/>
            <a:r>
              <a:rPr lang="de-DE" dirty="0" smtClean="0"/>
              <a:t>Zweite Ebene</a:t>
            </a:r>
          </a:p>
        </p:txBody>
      </p:sp>
      <p:sp>
        <p:nvSpPr>
          <p:cNvPr id="16" name="Datumsplatzhalter 3"/>
          <p:cNvSpPr txBox="1">
            <a:spLocks/>
          </p:cNvSpPr>
          <p:nvPr/>
        </p:nvSpPr>
        <p:spPr>
          <a:xfrm>
            <a:off x="1828053" y="41749200"/>
            <a:ext cx="11368041" cy="968400"/>
          </a:xfrm>
          <a:prstGeom prst="rect">
            <a:avLst/>
          </a:prstGeom>
        </p:spPr>
        <p:txBody>
          <a:bodyPr vert="horz" lIns="367085" tIns="183543" rIns="367085" bIns="0" rtlCol="0" anchor="b" anchorCtr="0"/>
          <a:lstStyle>
            <a:defPPr>
              <a:defRPr lang="de-DE"/>
            </a:defPPr>
            <a:lvl1pPr marL="0" algn="l" defTabSz="4176431" rtl="0" eaLnBrk="1" latinLnBrk="0" hangingPunct="1">
              <a:defRPr sz="5500" kern="1200">
                <a:solidFill>
                  <a:schemeClr val="tx1">
                    <a:tint val="75000"/>
                  </a:schemeClr>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a:lstStyle>
          <a:p>
            <a:pPr marL="0" marR="0" indent="0" algn="l" defTabSz="4176431" rtl="0" eaLnBrk="1" fontAlgn="auto" latinLnBrk="0" hangingPunct="1">
              <a:lnSpc>
                <a:spcPct val="100000"/>
              </a:lnSpc>
              <a:spcBef>
                <a:spcPts val="0"/>
              </a:spcBef>
              <a:spcAft>
                <a:spcPts val="0"/>
              </a:spcAft>
              <a:buClrTx/>
              <a:buSzTx/>
              <a:buFontTx/>
              <a:buNone/>
              <a:tabLst/>
              <a:defRPr/>
            </a:pPr>
            <a:r>
              <a:rPr lang="de-DE" sz="2600" dirty="0" smtClean="0">
                <a:solidFill>
                  <a:schemeClr val="bg1"/>
                </a:solidFill>
                <a:latin typeface="Arial" panose="020B0604020202020204" pitchFamily="34" charset="0"/>
                <a:cs typeface="Arial" panose="020B0604020202020204" pitchFamily="34" charset="0"/>
              </a:rPr>
              <a:t>Alle Informationen</a:t>
            </a:r>
            <a:r>
              <a:rPr lang="de-DE" sz="2600" baseline="0" dirty="0" smtClean="0">
                <a:solidFill>
                  <a:schemeClr val="bg1"/>
                </a:solidFill>
                <a:latin typeface="Arial" panose="020B0604020202020204" pitchFamily="34" charset="0"/>
                <a:cs typeface="Arial" panose="020B0604020202020204" pitchFamily="34" charset="0"/>
              </a:rPr>
              <a:t> </a:t>
            </a:r>
            <a:r>
              <a:rPr lang="de-DE" sz="2600" dirty="0" smtClean="0">
                <a:solidFill>
                  <a:schemeClr val="bg1"/>
                </a:solidFill>
                <a:latin typeface="Arial" panose="020B0604020202020204" pitchFamily="34" charset="0"/>
                <a:cs typeface="Arial" panose="020B0604020202020204" pitchFamily="34" charset="0"/>
              </a:rPr>
              <a:t>finden</a:t>
            </a:r>
            <a:r>
              <a:rPr lang="de-DE" sz="2600" baseline="0" dirty="0" smtClean="0">
                <a:solidFill>
                  <a:schemeClr val="bg1"/>
                </a:solidFill>
                <a:latin typeface="Arial" panose="020B0604020202020204" pitchFamily="34" charset="0"/>
                <a:cs typeface="Arial" panose="020B0604020202020204" pitchFamily="34" charset="0"/>
              </a:rPr>
              <a:t> </a:t>
            </a:r>
            <a:r>
              <a:rPr lang="de-DE" sz="2600" dirty="0" smtClean="0">
                <a:solidFill>
                  <a:schemeClr val="bg1"/>
                </a:solidFill>
                <a:latin typeface="Arial" panose="020B0604020202020204" pitchFamily="34" charset="0"/>
                <a:cs typeface="Arial" panose="020B0604020202020204" pitchFamily="34" charset="0"/>
              </a:rPr>
              <a:t>Sie unter:</a:t>
            </a:r>
            <a:r>
              <a:rPr lang="de-DE" sz="2600" baseline="0" dirty="0" smtClean="0">
                <a:solidFill>
                  <a:schemeClr val="bg1"/>
                </a:solidFill>
                <a:latin typeface="Arial" panose="020B0604020202020204" pitchFamily="34" charset="0"/>
                <a:cs typeface="Arial" panose="020B0604020202020204" pitchFamily="34" charset="0"/>
              </a:rPr>
              <a:t> </a:t>
            </a:r>
            <a:r>
              <a:rPr lang="de-DE" sz="3600" b="1" dirty="0" smtClean="0">
                <a:solidFill>
                  <a:schemeClr val="bg1"/>
                </a:solidFill>
                <a:latin typeface="Arial" panose="020B0604020202020204" pitchFamily="34" charset="0"/>
                <a:cs typeface="Arial" panose="020B0604020202020204" pitchFamily="34" charset="0"/>
              </a:rPr>
              <a:t>www.dhbw-stuttgart.de</a:t>
            </a:r>
            <a:endParaRPr lang="de-DE" sz="3600" dirty="0" smtClean="0">
              <a:solidFill>
                <a:schemeClr val="bg1"/>
              </a:solidFill>
              <a:latin typeface="Arial" panose="020B0604020202020204" pitchFamily="34" charset="0"/>
              <a:cs typeface="Arial" panose="020B0604020202020204" pitchFamily="34" charset="0"/>
            </a:endParaRPr>
          </a:p>
        </p:txBody>
      </p:sp>
      <p:sp>
        <p:nvSpPr>
          <p:cNvPr id="19" name="Fußzeilenplatzhalter 4"/>
          <p:cNvSpPr txBox="1">
            <a:spLocks/>
          </p:cNvSpPr>
          <p:nvPr/>
        </p:nvSpPr>
        <p:spPr>
          <a:xfrm>
            <a:off x="21477014" y="38758513"/>
            <a:ext cx="3816424" cy="936104"/>
          </a:xfrm>
          <a:prstGeom prst="rect">
            <a:avLst/>
          </a:prstGeom>
        </p:spPr>
        <p:txBody>
          <a:bodyPr vert="horz" lIns="360000" tIns="180000" rIns="324000" bIns="180000" rtlCol="0" anchor="t"/>
          <a:lstStyle>
            <a:defPPr>
              <a:defRPr lang="de-DE"/>
            </a:defPPr>
            <a:lvl1pPr marL="0" algn="ctr" defTabSz="4176431" rtl="0" eaLnBrk="1" latinLnBrk="0" hangingPunct="1">
              <a:defRPr sz="2600" kern="1200">
                <a:solidFill>
                  <a:schemeClr val="tx1">
                    <a:tint val="75000"/>
                  </a:schemeClr>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a:lstStyle>
          <a:p>
            <a:pPr algn="l"/>
            <a:r>
              <a:rPr lang="de-DE" sz="4100" dirty="0" smtClean="0">
                <a:solidFill>
                  <a:srgbClr val="FFFFFF"/>
                </a:solidFill>
                <a:latin typeface="Georgia" panose="02040502050405020303" pitchFamily="18" charset="0"/>
              </a:rPr>
              <a:t>Kontakt</a:t>
            </a:r>
          </a:p>
        </p:txBody>
      </p:sp>
      <p:pic>
        <p:nvPicPr>
          <p:cNvPr id="6" name="Grafik 5"/>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134814" y="1688191"/>
            <a:ext cx="6984000" cy="3475105"/>
          </a:xfrm>
          <a:prstGeom prst="rect">
            <a:avLst/>
          </a:prstGeom>
        </p:spPr>
      </p:pic>
      <p:sp>
        <p:nvSpPr>
          <p:cNvPr id="9" name="Textfeld 8"/>
          <p:cNvSpPr txBox="1"/>
          <p:nvPr userDrawn="1"/>
        </p:nvSpPr>
        <p:spPr>
          <a:xfrm>
            <a:off x="21837054" y="40250586"/>
            <a:ext cx="7992888" cy="400110"/>
          </a:xfrm>
          <a:prstGeom prst="rect">
            <a:avLst/>
          </a:prstGeom>
          <a:noFill/>
        </p:spPr>
        <p:txBody>
          <a:bodyPr wrap="square" lIns="0" tIns="0" rIns="0" bIns="0" rtlCol="0" anchor="ctr" anchorCtr="0">
            <a:spAutoFit/>
          </a:bodyPr>
          <a:lstStyle/>
          <a:p>
            <a:pPr algn="l"/>
            <a:r>
              <a:rPr lang="de-DE" sz="2600" b="1" dirty="0" smtClean="0">
                <a:solidFill>
                  <a:srgbClr val="FFFFFF"/>
                </a:solidFill>
                <a:latin typeface="Arial" panose="020B0604020202020204" pitchFamily="34" charset="0"/>
                <a:cs typeface="Arial" panose="020B0604020202020204" pitchFamily="34" charset="0"/>
              </a:rPr>
              <a:t>Duale</a:t>
            </a:r>
            <a:r>
              <a:rPr lang="de-DE" sz="2600" b="1" baseline="0" dirty="0" smtClean="0">
                <a:solidFill>
                  <a:srgbClr val="FFFFFF"/>
                </a:solidFill>
                <a:latin typeface="Arial" panose="020B0604020202020204" pitchFamily="34" charset="0"/>
                <a:cs typeface="Arial" panose="020B0604020202020204" pitchFamily="34" charset="0"/>
              </a:rPr>
              <a:t> </a:t>
            </a:r>
            <a:r>
              <a:rPr lang="de-DE" sz="2600" b="1" dirty="0" smtClean="0">
                <a:solidFill>
                  <a:srgbClr val="FFFFFF"/>
                </a:solidFill>
                <a:latin typeface="Arial" panose="020B0604020202020204" pitchFamily="34" charset="0"/>
                <a:cs typeface="Arial" panose="020B0604020202020204" pitchFamily="34" charset="0"/>
              </a:rPr>
              <a:t>Hochschule</a:t>
            </a:r>
            <a:r>
              <a:rPr lang="de-DE" sz="2600" b="1" baseline="0" dirty="0" smtClean="0">
                <a:solidFill>
                  <a:srgbClr val="FFFFFF"/>
                </a:solidFill>
                <a:latin typeface="Arial" panose="020B0604020202020204" pitchFamily="34" charset="0"/>
                <a:cs typeface="Arial" panose="020B0604020202020204" pitchFamily="34" charset="0"/>
              </a:rPr>
              <a:t> </a:t>
            </a:r>
            <a:r>
              <a:rPr lang="de-DE" sz="2600" b="1" dirty="0" smtClean="0">
                <a:solidFill>
                  <a:srgbClr val="FFFFFF"/>
                </a:solidFill>
                <a:latin typeface="Arial" panose="020B0604020202020204" pitchFamily="34" charset="0"/>
                <a:cs typeface="Arial" panose="020B0604020202020204" pitchFamily="34" charset="0"/>
              </a:rPr>
              <a:t>Baden-Württemberg Stuttgart</a:t>
            </a:r>
            <a:endParaRPr lang="de-DE" sz="2600" b="1" dirty="0">
              <a:latin typeface="Arial" panose="020B0604020202020204" pitchFamily="34" charset="0"/>
              <a:cs typeface="Arial" panose="020B0604020202020204" pitchFamily="34" charset="0"/>
            </a:endParaRPr>
          </a:p>
        </p:txBody>
      </p:sp>
      <p:cxnSp>
        <p:nvCxnSpPr>
          <p:cNvPr id="11" name="Gerade Verbindung 10"/>
          <p:cNvCxnSpPr/>
          <p:nvPr userDrawn="1"/>
        </p:nvCxnSpPr>
        <p:spPr>
          <a:xfrm>
            <a:off x="0" y="360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userDrawn="1"/>
        </p:nvCxnSpPr>
        <p:spPr>
          <a:xfrm>
            <a:off x="30744000" y="360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17"/>
          <p:cNvCxnSpPr/>
          <p:nvPr userDrawn="1"/>
        </p:nvCxnSpPr>
        <p:spPr>
          <a:xfrm>
            <a:off x="0" y="43164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userDrawn="1"/>
        </p:nvCxnSpPr>
        <p:spPr>
          <a:xfrm>
            <a:off x="30744000" y="43164000"/>
            <a:ext cx="252000" cy="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 name="Gerade Verbindung 12"/>
          <p:cNvCxnSpPr/>
          <p:nvPr userDrawn="1"/>
        </p:nvCxnSpPr>
        <p:spPr>
          <a:xfrm>
            <a:off x="360000" y="4327200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21"/>
          <p:cNvCxnSpPr/>
          <p:nvPr userDrawn="1"/>
        </p:nvCxnSpPr>
        <p:spPr>
          <a:xfrm>
            <a:off x="30636000" y="4327200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22"/>
          <p:cNvCxnSpPr/>
          <p:nvPr userDrawn="1"/>
        </p:nvCxnSpPr>
        <p:spPr>
          <a:xfrm>
            <a:off x="30636000" y="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23"/>
          <p:cNvCxnSpPr/>
          <p:nvPr userDrawn="1"/>
        </p:nvCxnSpPr>
        <p:spPr>
          <a:xfrm>
            <a:off x="360000" y="0"/>
            <a:ext cx="0" cy="252000"/>
          </a:xfrm>
          <a:prstGeom prst="line">
            <a:avLst/>
          </a:prstGeom>
          <a:ln w="6350">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628525"/>
      </p:ext>
    </p:extLst>
  </p:cSld>
  <p:clrMap bg1="lt1" tx1="dk1" bg2="lt2" tx2="dk2" accent1="accent1" accent2="accent2" accent3="accent3" accent4="accent4" accent5="accent5" accent6="accent6" hlink="hlink" folHlink="folHlink"/>
  <p:sldLayoutIdLst>
    <p:sldLayoutId id="2147483654" r:id="rId1"/>
    <p:sldLayoutId id="2147483653" r:id="rId2"/>
  </p:sldLayoutIdLst>
  <p:timing>
    <p:tnLst>
      <p:par>
        <p:cTn id="1" dur="indefinite" restart="never" nodeType="tmRoot"/>
      </p:par>
    </p:tnLst>
  </p:timing>
  <p:txStyles>
    <p:titleStyle>
      <a:lvl1pPr algn="l" defTabSz="4258627" rtl="0" eaLnBrk="1" latinLnBrk="0" hangingPunct="1">
        <a:lnSpc>
          <a:spcPts val="11217"/>
        </a:lnSpc>
        <a:spcBef>
          <a:spcPct val="0"/>
        </a:spcBef>
        <a:buNone/>
        <a:defRPr sz="9200" kern="1200">
          <a:solidFill>
            <a:schemeClr val="tx1"/>
          </a:solidFill>
          <a:latin typeface="Georgia" panose="02040502050405020303" pitchFamily="18" charset="0"/>
          <a:ea typeface="+mj-ea"/>
          <a:cs typeface="+mj-cs"/>
        </a:defRPr>
      </a:lvl1pPr>
    </p:titleStyle>
    <p:bodyStyle>
      <a:lvl1pPr marL="736529" indent="-736529" algn="l" defTabSz="4258627" rtl="0" eaLnBrk="1" latinLnBrk="0" hangingPunct="1">
        <a:lnSpc>
          <a:spcPts val="4384"/>
        </a:lnSpc>
        <a:spcBef>
          <a:spcPts val="0"/>
        </a:spcBef>
        <a:buClr>
          <a:schemeClr val="accent1"/>
        </a:buClr>
        <a:buFont typeface="Arial" panose="020B0604020202020204" pitchFamily="34" charset="0"/>
        <a:buChar char="»"/>
        <a:defRPr sz="3600" kern="1200">
          <a:solidFill>
            <a:schemeClr val="tx1"/>
          </a:solidFill>
          <a:latin typeface="Arial" panose="020B0604020202020204" pitchFamily="34" charset="0"/>
          <a:ea typeface="+mn-ea"/>
          <a:cs typeface="Arial" panose="020B0604020202020204" pitchFamily="34" charset="0"/>
        </a:defRPr>
      </a:lvl1pPr>
      <a:lvl2pPr marL="739766" indent="-739766" algn="l" defTabSz="4258627" rtl="0" eaLnBrk="1" latinLnBrk="0" hangingPunct="1">
        <a:lnSpc>
          <a:spcPts val="4384"/>
        </a:lnSpc>
        <a:spcBef>
          <a:spcPts val="0"/>
        </a:spcBef>
        <a:buClr>
          <a:schemeClr val="accent1"/>
        </a:buClr>
        <a:buFont typeface="Arial" panose="020B0604020202020204" pitchFamily="34" charset="0"/>
        <a:buChar char="»"/>
        <a:defRPr sz="3600" kern="1200">
          <a:solidFill>
            <a:schemeClr val="tx1"/>
          </a:solidFill>
          <a:latin typeface="Arial" panose="020B0604020202020204" pitchFamily="34" charset="0"/>
          <a:ea typeface="+mn-ea"/>
          <a:cs typeface="Arial" panose="020B0604020202020204" pitchFamily="34" charset="0"/>
        </a:defRPr>
      </a:lvl2pPr>
      <a:lvl3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3pPr>
      <a:lvl4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4pPr>
      <a:lvl5pPr marL="739766" indent="0" algn="l" defTabSz="4258627" rtl="0" eaLnBrk="1" latinLnBrk="0" hangingPunct="1">
        <a:lnSpc>
          <a:spcPts val="4384"/>
        </a:lnSpc>
        <a:spcBef>
          <a:spcPts val="0"/>
        </a:spcBef>
        <a:buFontTx/>
        <a:buNone/>
        <a:defRPr sz="3600" kern="1200">
          <a:solidFill>
            <a:schemeClr val="tx1"/>
          </a:solidFill>
          <a:latin typeface="+mn-lt"/>
          <a:ea typeface="+mn-ea"/>
          <a:cs typeface="+mn-cs"/>
        </a:defRPr>
      </a:lvl5pPr>
      <a:lvl6pPr marL="11711222"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6pPr>
      <a:lvl7pPr marL="13840535"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7pPr>
      <a:lvl8pPr marL="15969849"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8pPr>
      <a:lvl9pPr marL="18099161" indent="-1064657" algn="l" defTabSz="4258627" rtl="0" eaLnBrk="1" latinLnBrk="0" hangingPunct="1">
        <a:spcBef>
          <a:spcPct val="20000"/>
        </a:spcBef>
        <a:buFont typeface="Arial" panose="020B0604020202020204" pitchFamily="34" charset="0"/>
        <a:buChar char="•"/>
        <a:defRPr sz="9300" kern="1200">
          <a:solidFill>
            <a:schemeClr val="tx1"/>
          </a:solidFill>
          <a:latin typeface="+mn-lt"/>
          <a:ea typeface="+mn-ea"/>
          <a:cs typeface="+mn-cs"/>
        </a:defRPr>
      </a:lvl9pPr>
    </p:bodyStyle>
    <p:otherStyle>
      <a:defPPr>
        <a:defRPr lang="de-DE"/>
      </a:defPPr>
      <a:lvl1pPr marL="0" algn="l" defTabSz="4258627" rtl="0" eaLnBrk="1" latinLnBrk="0" hangingPunct="1">
        <a:defRPr sz="8300" kern="1200">
          <a:solidFill>
            <a:schemeClr val="tx1"/>
          </a:solidFill>
          <a:latin typeface="+mn-lt"/>
          <a:ea typeface="+mn-ea"/>
          <a:cs typeface="+mn-cs"/>
        </a:defRPr>
      </a:lvl1pPr>
      <a:lvl2pPr marL="2129312" algn="l" defTabSz="4258627" rtl="0" eaLnBrk="1" latinLnBrk="0" hangingPunct="1">
        <a:defRPr sz="8300" kern="1200">
          <a:solidFill>
            <a:schemeClr val="tx1"/>
          </a:solidFill>
          <a:latin typeface="+mn-lt"/>
          <a:ea typeface="+mn-ea"/>
          <a:cs typeface="+mn-cs"/>
        </a:defRPr>
      </a:lvl2pPr>
      <a:lvl3pPr marL="4258627" algn="l" defTabSz="4258627" rtl="0" eaLnBrk="1" latinLnBrk="0" hangingPunct="1">
        <a:defRPr sz="8300" kern="1200">
          <a:solidFill>
            <a:schemeClr val="tx1"/>
          </a:solidFill>
          <a:latin typeface="+mn-lt"/>
          <a:ea typeface="+mn-ea"/>
          <a:cs typeface="+mn-cs"/>
        </a:defRPr>
      </a:lvl3pPr>
      <a:lvl4pPr marL="6387939" algn="l" defTabSz="4258627" rtl="0" eaLnBrk="1" latinLnBrk="0" hangingPunct="1">
        <a:defRPr sz="8300" kern="1200">
          <a:solidFill>
            <a:schemeClr val="tx1"/>
          </a:solidFill>
          <a:latin typeface="+mn-lt"/>
          <a:ea typeface="+mn-ea"/>
          <a:cs typeface="+mn-cs"/>
        </a:defRPr>
      </a:lvl4pPr>
      <a:lvl5pPr marL="8517252" algn="l" defTabSz="4258627" rtl="0" eaLnBrk="1" latinLnBrk="0" hangingPunct="1">
        <a:defRPr sz="8300" kern="1200">
          <a:solidFill>
            <a:schemeClr val="tx1"/>
          </a:solidFill>
          <a:latin typeface="+mn-lt"/>
          <a:ea typeface="+mn-ea"/>
          <a:cs typeface="+mn-cs"/>
        </a:defRPr>
      </a:lvl5pPr>
      <a:lvl6pPr marL="10646565" algn="l" defTabSz="4258627" rtl="0" eaLnBrk="1" latinLnBrk="0" hangingPunct="1">
        <a:defRPr sz="8300" kern="1200">
          <a:solidFill>
            <a:schemeClr val="tx1"/>
          </a:solidFill>
          <a:latin typeface="+mn-lt"/>
          <a:ea typeface="+mn-ea"/>
          <a:cs typeface="+mn-cs"/>
        </a:defRPr>
      </a:lvl6pPr>
      <a:lvl7pPr marL="12775879" algn="l" defTabSz="4258627" rtl="0" eaLnBrk="1" latinLnBrk="0" hangingPunct="1">
        <a:defRPr sz="8300" kern="1200">
          <a:solidFill>
            <a:schemeClr val="tx1"/>
          </a:solidFill>
          <a:latin typeface="+mn-lt"/>
          <a:ea typeface="+mn-ea"/>
          <a:cs typeface="+mn-cs"/>
        </a:defRPr>
      </a:lvl7pPr>
      <a:lvl8pPr marL="14905191" algn="l" defTabSz="4258627" rtl="0" eaLnBrk="1" latinLnBrk="0" hangingPunct="1">
        <a:defRPr sz="8300" kern="1200">
          <a:solidFill>
            <a:schemeClr val="tx1"/>
          </a:solidFill>
          <a:latin typeface="+mn-lt"/>
          <a:ea typeface="+mn-ea"/>
          <a:cs typeface="+mn-cs"/>
        </a:defRPr>
      </a:lvl8pPr>
      <a:lvl9pPr marL="17034505" algn="l" defTabSz="4258627" rtl="0" eaLnBrk="1" latinLnBrk="0" hangingPunct="1">
        <a:defRPr sz="8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8.jpe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8.jpe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8.jpeg"/><Relationship Id="rId7" Type="http://schemas.openxmlformats.org/officeDocument/2006/relationships/chart" Target="../charts/chart1.xml"/><Relationship Id="rId12" Type="http://schemas.openxmlformats.org/officeDocument/2006/relationships/image" Target="../media/image12.jpg"/><Relationship Id="rId2"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image" Target="../media/image11.jpg"/><Relationship Id="rId11" Type="http://schemas.openxmlformats.org/officeDocument/2006/relationships/image" Target="../media/image6.png"/><Relationship Id="rId5" Type="http://schemas.openxmlformats.org/officeDocument/2006/relationships/image" Target="../media/image10.jpeg"/><Relationship Id="rId10" Type="http://schemas.openxmlformats.org/officeDocument/2006/relationships/chart" Target="../charts/chart4.xml"/><Relationship Id="rId4" Type="http://schemas.openxmlformats.org/officeDocument/2006/relationships/image" Target="../media/image9.jpeg"/><Relationship Id="rId9"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platzhalter 17"/>
          <p:cNvSpPr>
            <a:spLocks noGrp="1"/>
          </p:cNvSpPr>
          <p:nvPr>
            <p:ph type="body" sz="quarter" idx="15"/>
          </p:nvPr>
        </p:nvSpPr>
        <p:spPr>
          <a:xfrm>
            <a:off x="20736000" y="17918426"/>
            <a:ext cx="10008000" cy="3733822"/>
          </a:xfrm>
          <a:solidFill>
            <a:srgbClr val="EDEDED"/>
          </a:solidFill>
        </p:spPr>
        <p:txBody>
          <a:bodyPr/>
          <a:lstStyle/>
          <a:p>
            <a:r>
              <a:rPr lang="de-DE" dirty="0" smtClean="0">
                <a:solidFill>
                  <a:srgbClr val="5D686E"/>
                </a:solidFill>
              </a:rPr>
              <a:t>……………………………………………………………………………………………………... </a:t>
            </a:r>
            <a:r>
              <a:rPr lang="de-DE" dirty="0" err="1" smtClean="0">
                <a:solidFill>
                  <a:srgbClr val="5D686E"/>
                </a:solidFill>
              </a:rPr>
              <a:t>Ehendus</a:t>
            </a:r>
            <a:r>
              <a:rPr lang="de-DE" dirty="0" smtClean="0">
                <a:solidFill>
                  <a:srgbClr val="5D686E"/>
                </a:solidFill>
              </a:rPr>
              <a:t> </a:t>
            </a:r>
            <a:r>
              <a:rPr lang="de-DE" dirty="0" err="1" smtClean="0">
                <a:solidFill>
                  <a:srgbClr val="5D686E"/>
                </a:solidFill>
              </a:rPr>
              <a:t>entiuntius</a:t>
            </a:r>
            <a:r>
              <a:rPr lang="de-DE" dirty="0" smtClean="0">
                <a:solidFill>
                  <a:srgbClr val="5D686E"/>
                </a:solidFill>
              </a:rPr>
              <a:t> </a:t>
            </a:r>
            <a:r>
              <a:rPr lang="de-DE" dirty="0" err="1" smtClean="0">
                <a:solidFill>
                  <a:srgbClr val="5D686E"/>
                </a:solidFill>
              </a:rPr>
              <a:t>repremp</a:t>
            </a:r>
            <a:r>
              <a:rPr lang="de-DE" dirty="0" smtClean="0">
                <a:solidFill>
                  <a:srgbClr val="5D686E"/>
                </a:solidFill>
              </a:rPr>
              <a:t> </a:t>
            </a:r>
            <a:r>
              <a:rPr lang="de-DE" dirty="0" err="1" smtClean="0">
                <a:solidFill>
                  <a:srgbClr val="5D686E"/>
                </a:solidFill>
              </a:rPr>
              <a:t>orerum</a:t>
            </a:r>
            <a:r>
              <a:rPr lang="de-DE" dirty="0" smtClean="0">
                <a:solidFill>
                  <a:srgbClr val="5D686E"/>
                </a:solidFill>
              </a:rPr>
              <a:t> </a:t>
            </a:r>
            <a:r>
              <a:rPr lang="de-DE" dirty="0" err="1" smtClean="0">
                <a:solidFill>
                  <a:srgbClr val="5D686E"/>
                </a:solidFill>
              </a:rPr>
              <a:t>fugiti</a:t>
            </a:r>
            <a:endParaRPr lang="de-DE" dirty="0">
              <a:solidFill>
                <a:srgbClr val="5D686E"/>
              </a:solidFill>
            </a:endParaRPr>
          </a:p>
        </p:txBody>
      </p:sp>
      <p:sp>
        <p:nvSpPr>
          <p:cNvPr id="17" name="Textplatzhalter 16"/>
          <p:cNvSpPr>
            <a:spLocks noGrp="1"/>
          </p:cNvSpPr>
          <p:nvPr>
            <p:ph type="body" sz="quarter" idx="14"/>
          </p:nvPr>
        </p:nvSpPr>
        <p:spPr>
          <a:xfrm>
            <a:off x="20736000" y="9223693"/>
            <a:ext cx="10008000" cy="6845340"/>
          </a:xfrm>
          <a:solidFill>
            <a:srgbClr val="EDEDED"/>
          </a:solidFill>
        </p:spPr>
        <p:txBody>
          <a:bodyPr/>
          <a:lstStyle/>
          <a:p>
            <a:r>
              <a:rPr lang="de-DE" dirty="0" smtClean="0">
                <a:solidFill>
                  <a:srgbClr val="5D686E"/>
                </a:solidFill>
              </a:rPr>
              <a:t>Erste Textebene: Fließtext ohne Einrückung ab der zweiten Zeile. Projektziel ist die Entwicklung eines elektrischen Antriebs für ein einsitziges</a:t>
            </a:r>
          </a:p>
          <a:p>
            <a:pPr lvl="1">
              <a:buClr>
                <a:srgbClr val="5D686E"/>
              </a:buClr>
            </a:pPr>
            <a:r>
              <a:rPr lang="de-DE" dirty="0" smtClean="0">
                <a:solidFill>
                  <a:srgbClr val="5D686E"/>
                </a:solidFill>
              </a:rPr>
              <a:t>Zweite Textebene: Aufzählungszeichen und Einzug ab der zweiten Zeile: zu der zweiten Textebene gelangt man durch Klick auf „Einzug vergrößern“. </a:t>
            </a:r>
          </a:p>
          <a:p>
            <a:pPr lvl="1">
              <a:buClr>
                <a:srgbClr val="5D686E"/>
              </a:buClr>
            </a:pPr>
            <a:r>
              <a:rPr lang="de-DE" dirty="0" smtClean="0">
                <a:solidFill>
                  <a:srgbClr val="5D686E"/>
                </a:solidFill>
              </a:rPr>
              <a:t>Nur über diese Funktion ist das richtige Aufzählungszeichen + Abstand gewährleistet </a:t>
            </a:r>
          </a:p>
          <a:p>
            <a:pPr lvl="1">
              <a:buClr>
                <a:srgbClr val="5D686E"/>
              </a:buClr>
            </a:pPr>
            <a:r>
              <a:rPr lang="de-DE" dirty="0" smtClean="0">
                <a:solidFill>
                  <a:srgbClr val="5D686E"/>
                </a:solidFill>
              </a:rPr>
              <a:t>Die Linien werden manuell gesetzt, 1 Pt.</a:t>
            </a:r>
          </a:p>
          <a:p>
            <a:pPr lvl="1"/>
            <a:endParaRPr lang="de-DE" dirty="0">
              <a:solidFill>
                <a:srgbClr val="5D686E"/>
              </a:solidFill>
            </a:endParaRPr>
          </a:p>
        </p:txBody>
      </p:sp>
      <p:sp>
        <p:nvSpPr>
          <p:cNvPr id="81" name="Rechteck 80"/>
          <p:cNvSpPr/>
          <p:nvPr/>
        </p:nvSpPr>
        <p:spPr>
          <a:xfrm>
            <a:off x="21453076" y="23960776"/>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2" name="Rechteck 81"/>
          <p:cNvSpPr/>
          <p:nvPr/>
        </p:nvSpPr>
        <p:spPr>
          <a:xfrm>
            <a:off x="25477041" y="23960776"/>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3" name="Rechteck 82"/>
          <p:cNvSpPr/>
          <p:nvPr/>
        </p:nvSpPr>
        <p:spPr>
          <a:xfrm>
            <a:off x="21453076" y="26049305"/>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4" name="Rechteck 83"/>
          <p:cNvSpPr/>
          <p:nvPr/>
        </p:nvSpPr>
        <p:spPr>
          <a:xfrm>
            <a:off x="25477041" y="26049305"/>
            <a:ext cx="3780000" cy="183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itel 3"/>
          <p:cNvSpPr>
            <a:spLocks noGrp="1"/>
          </p:cNvSpPr>
          <p:nvPr>
            <p:ph type="title"/>
          </p:nvPr>
        </p:nvSpPr>
        <p:spPr>
          <a:xfrm>
            <a:off x="1828800" y="1530377"/>
            <a:ext cx="16695329" cy="3221695"/>
          </a:xfrm>
        </p:spPr>
        <p:txBody>
          <a:bodyPr/>
          <a:lstStyle/>
          <a:p>
            <a:r>
              <a:rPr lang="pt-BR" dirty="0" smtClean="0"/>
              <a:t>Titel in Systemschrift Georgia </a:t>
            </a:r>
            <a:br>
              <a:rPr lang="pt-BR" dirty="0" smtClean="0"/>
            </a:br>
            <a:r>
              <a:rPr lang="pt-BR" dirty="0" smtClean="0"/>
              <a:t>90 Punkt, maximal 2 Zeilen</a:t>
            </a:r>
            <a:endParaRPr lang="de-DE" dirty="0"/>
          </a:p>
        </p:txBody>
      </p:sp>
      <p:sp>
        <p:nvSpPr>
          <p:cNvPr id="5" name="Inhaltsplatzhalter 4"/>
          <p:cNvSpPr>
            <a:spLocks noGrp="1"/>
          </p:cNvSpPr>
          <p:nvPr>
            <p:ph idx="1"/>
          </p:nvPr>
        </p:nvSpPr>
        <p:spPr>
          <a:xfrm>
            <a:off x="1854000" y="9365464"/>
            <a:ext cx="16308000" cy="17930206"/>
          </a:xfrm>
        </p:spPr>
        <p:txBody>
          <a:bodyPr/>
          <a:lstStyle/>
          <a:p>
            <a:r>
              <a:rPr lang="de-DE" dirty="0" smtClean="0"/>
              <a:t>Erste Textebene: Fließtext ohne Einrückung ab der zweiten Zeile. Schrift Arial in 36 Punkt, ZA 43 Punkt. Farbe: RGB 93/104/110. Vor einer </a:t>
            </a:r>
            <a:r>
              <a:rPr lang="de-DE" dirty="0" err="1" smtClean="0"/>
              <a:t>Zwischenhead</a:t>
            </a:r>
            <a:r>
              <a:rPr lang="de-DE" dirty="0" smtClean="0"/>
              <a:t> kommt eine manuelle Leerzeile. </a:t>
            </a:r>
            <a:endParaRPr lang="de-DE" dirty="0" smtClean="0"/>
          </a:p>
          <a:p>
            <a:endParaRPr lang="de-DE" dirty="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r>
              <a:rPr lang="de-DE" b="1" dirty="0" err="1" smtClean="0"/>
              <a:t>Zwischenhead</a:t>
            </a:r>
            <a:r>
              <a:rPr lang="de-DE" b="1" dirty="0" smtClean="0"/>
              <a:t> (Arial in </a:t>
            </a:r>
            <a:r>
              <a:rPr lang="de-DE" b="1" dirty="0" err="1" smtClean="0"/>
              <a:t>bold</a:t>
            </a:r>
            <a:r>
              <a:rPr lang="de-DE" b="1" dirty="0" smtClean="0"/>
              <a:t>)</a:t>
            </a:r>
          </a:p>
          <a:p>
            <a:r>
              <a:rPr lang="de-DE" dirty="0" smtClean="0"/>
              <a:t>Erste Textebene: Fließtext ohne Einrückung ab der zweiten Zeile. Schrift: Arial in 36 Punkt, ZA 43 Punkt. Farbe: RGB 93/104/110. Vor einer </a:t>
            </a:r>
            <a:r>
              <a:rPr lang="de-DE" dirty="0" err="1" smtClean="0"/>
              <a:t>Zwischenhead</a:t>
            </a:r>
            <a:r>
              <a:rPr lang="de-DE" dirty="0" smtClean="0"/>
              <a:t> kommt eine manuelle Leerzeile</a:t>
            </a:r>
          </a:p>
          <a:p>
            <a:pPr lvl="1"/>
            <a:r>
              <a:rPr lang="de-DE" dirty="0" smtClean="0"/>
              <a:t>Zweite Textebene: Aufzählungszeichen und Einzug ab der zweiten Zeile:</a:t>
            </a:r>
            <a:br>
              <a:rPr lang="de-DE" dirty="0" smtClean="0"/>
            </a:br>
            <a:endParaRPr lang="de-DE" dirty="0" smtClean="0"/>
          </a:p>
          <a:p>
            <a:r>
              <a:rPr lang="de-DE" b="1" dirty="0" smtClean="0"/>
              <a:t>Hinweis zu den Textebenen in PowerPoint: </a:t>
            </a:r>
            <a:r>
              <a:rPr lang="de-DE" dirty="0" smtClean="0"/>
              <a:t/>
            </a:r>
            <a:br>
              <a:rPr lang="de-DE" dirty="0" smtClean="0"/>
            </a:br>
            <a:r>
              <a:rPr lang="de-DE" dirty="0" smtClean="0"/>
              <a:t>Erste Textebene: Fließtext ohne Einrückung ab der zweiten Zeile. </a:t>
            </a:r>
          </a:p>
          <a:p>
            <a:pPr lvl="1"/>
            <a:r>
              <a:rPr lang="de-DE" dirty="0" smtClean="0"/>
              <a:t>Zweite Textebene: Aufzählungszeichen und Einzug ab der zweiten </a:t>
            </a:r>
            <a:br>
              <a:rPr lang="de-DE" dirty="0" smtClean="0"/>
            </a:br>
            <a:r>
              <a:rPr lang="de-DE" dirty="0" smtClean="0"/>
              <a:t>Zeile: zu der zweiten Textebene gelangt man durch Klick auf </a:t>
            </a:r>
            <a:br>
              <a:rPr lang="de-DE" dirty="0" smtClean="0"/>
            </a:br>
            <a:r>
              <a:rPr lang="de-DE" dirty="0" smtClean="0"/>
              <a:t>„Einzug vergrößern“. </a:t>
            </a:r>
          </a:p>
          <a:p>
            <a:pPr lvl="1"/>
            <a:r>
              <a:rPr lang="de-DE" dirty="0" smtClean="0"/>
              <a:t>Nur über diese Funktion ist das richtige Aufzählungszeichen + Abstand gewährleistet </a:t>
            </a:r>
          </a:p>
          <a:p>
            <a:pPr lvl="1"/>
            <a:r>
              <a:rPr lang="de-DE" dirty="0" smtClean="0"/>
              <a:t>Die Linien zwischen den Aufzählungszeichen werden manuell gesetzt, Stärke: 1 Pt.</a:t>
            </a:r>
          </a:p>
        </p:txBody>
      </p:sp>
      <p:sp>
        <p:nvSpPr>
          <p:cNvPr id="6" name="Textplatzhalter 5"/>
          <p:cNvSpPr>
            <a:spLocks noGrp="1"/>
          </p:cNvSpPr>
          <p:nvPr>
            <p:ph type="body" sz="quarter" idx="13"/>
          </p:nvPr>
        </p:nvSpPr>
        <p:spPr/>
        <p:txBody>
          <a:bodyPr/>
          <a:lstStyle/>
          <a:p>
            <a:r>
              <a:rPr lang="de-DE" smtClean="0"/>
              <a:t>Name, Studiengang</a:t>
            </a:r>
            <a:endParaRPr lang="de-DE" dirty="0"/>
          </a:p>
        </p:txBody>
      </p:sp>
      <p:sp>
        <p:nvSpPr>
          <p:cNvPr id="16" name="Bildplatzhalter 15"/>
          <p:cNvSpPr>
            <a:spLocks noGrp="1"/>
          </p:cNvSpPr>
          <p:nvPr>
            <p:ph type="pic" sz="quarter" idx="16"/>
          </p:nvPr>
        </p:nvSpPr>
        <p:spPr>
          <a:xfrm>
            <a:off x="21598827" y="24104968"/>
            <a:ext cx="3478587" cy="1584000"/>
          </a:xfrm>
        </p:spPr>
      </p:sp>
      <p:sp>
        <p:nvSpPr>
          <p:cNvPr id="19" name="Bildplatzhalter 18"/>
          <p:cNvSpPr>
            <a:spLocks noGrp="1"/>
          </p:cNvSpPr>
          <p:nvPr>
            <p:ph type="pic" sz="quarter" idx="17"/>
          </p:nvPr>
        </p:nvSpPr>
        <p:spPr>
          <a:xfrm>
            <a:off x="25631275" y="24104968"/>
            <a:ext cx="3478587" cy="1584000"/>
          </a:xfrm>
        </p:spPr>
      </p:sp>
      <p:sp>
        <p:nvSpPr>
          <p:cNvPr id="20" name="Bildplatzhalter 19"/>
          <p:cNvSpPr>
            <a:spLocks noGrp="1"/>
          </p:cNvSpPr>
          <p:nvPr>
            <p:ph type="pic" sz="quarter" idx="18"/>
          </p:nvPr>
        </p:nvSpPr>
        <p:spPr>
          <a:xfrm>
            <a:off x="21598827" y="26169434"/>
            <a:ext cx="3478587" cy="1584000"/>
          </a:xfrm>
        </p:spPr>
      </p:sp>
      <p:sp>
        <p:nvSpPr>
          <p:cNvPr id="21" name="Bildplatzhalter 20"/>
          <p:cNvSpPr>
            <a:spLocks noGrp="1"/>
          </p:cNvSpPr>
          <p:nvPr>
            <p:ph type="pic" sz="quarter" idx="19"/>
          </p:nvPr>
        </p:nvSpPr>
        <p:spPr>
          <a:xfrm>
            <a:off x="25631275" y="26169434"/>
            <a:ext cx="3478587" cy="1584000"/>
          </a:xfrm>
        </p:spPr>
      </p:sp>
      <p:sp>
        <p:nvSpPr>
          <p:cNvPr id="22" name="Bildplatzhalter 21"/>
          <p:cNvSpPr>
            <a:spLocks noGrp="1"/>
          </p:cNvSpPr>
          <p:nvPr>
            <p:ph type="pic" sz="quarter" idx="21"/>
          </p:nvPr>
        </p:nvSpPr>
        <p:spPr/>
      </p:sp>
      <p:sp>
        <p:nvSpPr>
          <p:cNvPr id="23" name="Bildplatzhalter 22"/>
          <p:cNvSpPr>
            <a:spLocks noGrp="1"/>
          </p:cNvSpPr>
          <p:nvPr>
            <p:ph type="pic" sz="quarter" idx="22"/>
          </p:nvPr>
        </p:nvSpPr>
        <p:spPr/>
      </p:sp>
      <p:sp>
        <p:nvSpPr>
          <p:cNvPr id="24" name="Bildplatzhalter 23"/>
          <p:cNvSpPr>
            <a:spLocks noGrp="1"/>
          </p:cNvSpPr>
          <p:nvPr>
            <p:ph type="pic" sz="quarter" idx="24"/>
          </p:nvPr>
        </p:nvSpPr>
        <p:spPr/>
      </p:sp>
      <p:sp>
        <p:nvSpPr>
          <p:cNvPr id="26" name="Textplatzhalter 25"/>
          <p:cNvSpPr>
            <a:spLocks noGrp="1"/>
          </p:cNvSpPr>
          <p:nvPr>
            <p:ph type="body" sz="quarter" idx="23"/>
          </p:nvPr>
        </p:nvSpPr>
        <p:spPr/>
        <p:txBody>
          <a:bodyPr/>
          <a:lstStyle/>
          <a:p>
            <a:r>
              <a:rPr lang="de-DE" smtClean="0"/>
              <a:t>Bildunterschrift</a:t>
            </a:r>
            <a:endParaRPr lang="de-DE"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6549834" y="22616533"/>
            <a:ext cx="1588339" cy="13803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1" name="Gerade Verbindung 70"/>
          <p:cNvCxnSpPr/>
          <p:nvPr/>
        </p:nvCxnSpPr>
        <p:spPr>
          <a:xfrm>
            <a:off x="2682926" y="24356913"/>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2" name="Gerade Verbindung 71"/>
          <p:cNvCxnSpPr/>
          <p:nvPr/>
        </p:nvCxnSpPr>
        <p:spPr>
          <a:xfrm>
            <a:off x="2682926" y="25797073"/>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3" name="Gerade Verbindung 72"/>
          <p:cNvCxnSpPr/>
          <p:nvPr/>
        </p:nvCxnSpPr>
        <p:spPr>
          <a:xfrm>
            <a:off x="2682926" y="27182929"/>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1249486" y="31125665"/>
            <a:ext cx="4275873" cy="45673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8" name="Gerade Verbindung 77"/>
          <p:cNvCxnSpPr/>
          <p:nvPr/>
        </p:nvCxnSpPr>
        <p:spPr>
          <a:xfrm>
            <a:off x="21827933" y="14608403"/>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79" name="Gerade Verbindung 78"/>
          <p:cNvCxnSpPr/>
          <p:nvPr/>
        </p:nvCxnSpPr>
        <p:spPr>
          <a:xfrm>
            <a:off x="21827933" y="13417507"/>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80" name="Gerade Verbindung 79"/>
          <p:cNvCxnSpPr/>
          <p:nvPr/>
        </p:nvCxnSpPr>
        <p:spPr>
          <a:xfrm>
            <a:off x="21827933" y="15394456"/>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2205060" y="31125665"/>
            <a:ext cx="5341474" cy="64461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feld 2"/>
          <p:cNvSpPr txBox="1"/>
          <p:nvPr/>
        </p:nvSpPr>
        <p:spPr>
          <a:xfrm>
            <a:off x="11320388" y="27988352"/>
            <a:ext cx="7996386" cy="2910512"/>
          </a:xfrm>
          <a:prstGeom prst="rect">
            <a:avLst/>
          </a:prstGeom>
          <a:noFill/>
        </p:spPr>
        <p:txBody>
          <a:bodyPr wrap="square" lIns="36708" tIns="36708" rIns="36708" bIns="36708" rtlCol="0">
            <a:spAutoFit/>
          </a:bodyPr>
          <a:lstStyle/>
          <a:p>
            <a:r>
              <a:rPr lang="de-DE" sz="3600" b="1" dirty="0">
                <a:latin typeface="Arial" panose="020B0604020202020204" pitchFamily="34" charset="0"/>
                <a:cs typeface="Arial" panose="020B0604020202020204" pitchFamily="34" charset="0"/>
              </a:rPr>
              <a:t>Hinweis zu den Bildern/Logos:</a:t>
            </a:r>
          </a:p>
          <a:p>
            <a:r>
              <a:rPr lang="de-DE" sz="3600" dirty="0">
                <a:latin typeface="Arial" panose="020B0604020202020204" pitchFamily="34" charset="0"/>
                <a:cs typeface="Arial" panose="020B0604020202020204" pitchFamily="34" charset="0"/>
              </a:rPr>
              <a:t>Wird ein Bild abgeschnitten angezeigt, </a:t>
            </a:r>
            <a:br>
              <a:rPr lang="de-DE" sz="3600" dirty="0">
                <a:latin typeface="Arial" panose="020B0604020202020204" pitchFamily="34" charset="0"/>
                <a:cs typeface="Arial" panose="020B0604020202020204" pitchFamily="34" charset="0"/>
              </a:rPr>
            </a:br>
            <a:r>
              <a:rPr lang="de-DE" sz="3600" dirty="0">
                <a:latin typeface="Arial" panose="020B0604020202020204" pitchFamily="34" charset="0"/>
                <a:cs typeface="Arial" panose="020B0604020202020204" pitchFamily="34" charset="0"/>
              </a:rPr>
              <a:t>so kann dies über die Bild-Funktion </a:t>
            </a:r>
            <a:br>
              <a:rPr lang="de-DE" sz="3600" dirty="0">
                <a:latin typeface="Arial" panose="020B0604020202020204" pitchFamily="34" charset="0"/>
                <a:cs typeface="Arial" panose="020B0604020202020204" pitchFamily="34" charset="0"/>
              </a:rPr>
            </a:br>
            <a:r>
              <a:rPr lang="de-DE" sz="3600" dirty="0">
                <a:latin typeface="Arial" panose="020B0604020202020204" pitchFamily="34" charset="0"/>
                <a:cs typeface="Arial" panose="020B0604020202020204" pitchFamily="34" charset="0"/>
              </a:rPr>
              <a:t>„Zuschneiden“ &gt; „Einpassen“ mit 1 Klick korrigiert werden</a:t>
            </a:r>
          </a:p>
        </p:txBody>
      </p:sp>
      <p:sp>
        <p:nvSpPr>
          <p:cNvPr id="32" name="Textfeld 31"/>
          <p:cNvSpPr txBox="1"/>
          <p:nvPr/>
        </p:nvSpPr>
        <p:spPr>
          <a:xfrm>
            <a:off x="2106862" y="27988352"/>
            <a:ext cx="8640960" cy="2864140"/>
          </a:xfrm>
          <a:prstGeom prst="rect">
            <a:avLst/>
          </a:prstGeom>
          <a:noFill/>
        </p:spPr>
        <p:txBody>
          <a:bodyPr wrap="square" lIns="93239" tIns="46620" rIns="93239" bIns="46620" rtlCol="0">
            <a:spAutoFit/>
          </a:bodyPr>
          <a:lstStyle/>
          <a:p>
            <a:r>
              <a:rPr lang="de-DE" sz="3600" b="1" dirty="0">
                <a:latin typeface="Arial" panose="020B0604020202020204" pitchFamily="34" charset="0"/>
                <a:cs typeface="Arial" panose="020B0604020202020204" pitchFamily="34" charset="0"/>
              </a:rPr>
              <a:t>Hinweis zur Bearbeitung der Inhalte:</a:t>
            </a:r>
          </a:p>
          <a:p>
            <a:r>
              <a:rPr lang="de-DE" sz="3600" dirty="0">
                <a:latin typeface="Arial" panose="020B0604020202020204" pitchFamily="34" charset="0"/>
                <a:cs typeface="Arial" panose="020B0604020202020204" pitchFamily="34" charset="0"/>
              </a:rPr>
              <a:t>Bitte arbeiten Sie mit den drei auf den nächsten Seiten folgenden </a:t>
            </a:r>
            <a:r>
              <a:rPr lang="de-DE" sz="3600" dirty="0" smtClean="0">
                <a:latin typeface="Arial" panose="020B0604020202020204" pitchFamily="34" charset="0"/>
                <a:cs typeface="Arial" panose="020B0604020202020204" pitchFamily="34" charset="0"/>
              </a:rPr>
              <a:t>Musterseiten</a:t>
            </a:r>
            <a:r>
              <a:rPr lang="de-DE" sz="3600" dirty="0">
                <a:latin typeface="Arial" panose="020B0604020202020204" pitchFamily="34" charset="0"/>
                <a:cs typeface="Arial" panose="020B0604020202020204" pitchFamily="34" charset="0"/>
              </a:rPr>
              <a:t>. Arbeiten Sie direkt in die gewünschte Folie oder duplizieren Sie diese vorher.</a:t>
            </a:r>
          </a:p>
        </p:txBody>
      </p:sp>
      <p:pic>
        <p:nvPicPr>
          <p:cNvPr id="47" name="Picture 2"/>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20267998" y="795185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39" name="Textfeld 38"/>
          <p:cNvSpPr txBox="1"/>
          <p:nvPr/>
        </p:nvSpPr>
        <p:spPr>
          <a:xfrm>
            <a:off x="20396894" y="8460377"/>
            <a:ext cx="936104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Zielsetzung</a:t>
            </a:r>
          </a:p>
        </p:txBody>
      </p:sp>
      <p:pic>
        <p:nvPicPr>
          <p:cNvPr id="48" name="Picture 2"/>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20267998" y="16652057"/>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40" name="Textfeld 39"/>
          <p:cNvSpPr txBox="1"/>
          <p:nvPr/>
        </p:nvSpPr>
        <p:spPr>
          <a:xfrm>
            <a:off x="20397337" y="17149997"/>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Ausblick</a:t>
            </a:r>
          </a:p>
        </p:txBody>
      </p:sp>
      <p:pic>
        <p:nvPicPr>
          <p:cNvPr id="49" name="Picture 2"/>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1" name="Textfeld 50"/>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smtClean="0">
                <a:solidFill>
                  <a:schemeClr val="bg1"/>
                </a:solidFill>
                <a:latin typeface="Georgia" panose="02040502050405020303" pitchFamily="18" charset="0"/>
              </a:rPr>
              <a:t>Kooperative Partner</a:t>
            </a:r>
            <a:endParaRPr lang="de-DE" sz="4100" dirty="0">
              <a:solidFill>
                <a:schemeClr val="bg1"/>
              </a:solidFill>
              <a:latin typeface="Georgia" panose="02040502050405020303" pitchFamily="18" charset="0"/>
            </a:endParaRPr>
          </a:p>
        </p:txBody>
      </p:sp>
      <p:sp>
        <p:nvSpPr>
          <p:cNvPr id="56" name="Textfeld 55"/>
          <p:cNvSpPr txBox="1"/>
          <p:nvPr/>
        </p:nvSpPr>
        <p:spPr>
          <a:xfrm>
            <a:off x="20396894" y="28605385"/>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Quellen</a:t>
            </a:r>
          </a:p>
        </p:txBody>
      </p:sp>
      <p:sp>
        <p:nvSpPr>
          <p:cNvPr id="57" name="Textplatzhalter 37"/>
          <p:cNvSpPr>
            <a:spLocks noGrp="1"/>
          </p:cNvSpPr>
          <p:nvPr>
            <p:ph type="body" sz="quarter" idx="20"/>
          </p:nvPr>
        </p:nvSpPr>
        <p:spPr>
          <a:xfrm>
            <a:off x="20733052" y="29264368"/>
            <a:ext cx="9720000" cy="5461697"/>
          </a:xfrm>
        </p:spPr>
        <p:txBody>
          <a:bodyPr/>
          <a:lstStyle/>
          <a:p>
            <a:pPr>
              <a:lnSpc>
                <a:spcPts val="3671"/>
              </a:lnSpc>
            </a:pPr>
            <a:r>
              <a:rPr lang="de-DE" sz="3000" dirty="0" smtClean="0"/>
              <a:t>Hier erste Textebene: </a:t>
            </a:r>
            <a:r>
              <a:rPr lang="de-DE" sz="3000" smtClean="0"/>
              <a:t>Aufzählungspunkt </a:t>
            </a:r>
            <a:r>
              <a:rPr lang="de-DE" sz="3000" smtClean="0"/>
              <a:t>…………………………………………………………………………………………………………………………………… </a:t>
            </a:r>
            <a:endParaRPr lang="de-DE" sz="3000" dirty="0" smtClean="0"/>
          </a:p>
          <a:p>
            <a:pPr>
              <a:lnSpc>
                <a:spcPts val="3671"/>
              </a:lnSpc>
            </a:pPr>
            <a:r>
              <a:rPr lang="de-DE" sz="3000" dirty="0" smtClean="0"/>
              <a:t>Die Linien zwischen den Aufzählungszeichen werden manuell gesetzt, Stärke: 1 Pt.</a:t>
            </a:r>
            <a:endParaRPr lang="de-DE" sz="3000" dirty="0"/>
          </a:p>
        </p:txBody>
      </p:sp>
      <p:cxnSp>
        <p:nvCxnSpPr>
          <p:cNvPr id="58" name="Gerade Verbindung 57"/>
          <p:cNvCxnSpPr/>
          <p:nvPr/>
        </p:nvCxnSpPr>
        <p:spPr>
          <a:xfrm>
            <a:off x="21827933" y="317017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Gerade Verbindung 58"/>
          <p:cNvCxnSpPr/>
          <p:nvPr/>
        </p:nvCxnSpPr>
        <p:spPr>
          <a:xfrm>
            <a:off x="21827933" y="335019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feld 42"/>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smtClean="0">
                <a:solidFill>
                  <a:srgbClr val="FFFFFF"/>
                </a:solidFill>
                <a:latin typeface="Arial" panose="020B0604020202020204" pitchFamily="34" charset="0"/>
                <a:cs typeface="Arial" panose="020B0604020202020204" pitchFamily="34" charset="0"/>
              </a:rPr>
              <a:t>Musterstraße 1, 12345 Musterstadt</a:t>
            </a:r>
          </a:p>
          <a:p>
            <a:pPr algn="l">
              <a:lnSpc>
                <a:spcPts val="3300"/>
              </a:lnSpc>
            </a:pPr>
            <a:r>
              <a:rPr lang="de-DE" sz="2600" b="0" dirty="0" smtClean="0">
                <a:solidFill>
                  <a:srgbClr val="FFFFFF"/>
                </a:solidFill>
                <a:latin typeface="Arial" panose="020B0604020202020204" pitchFamily="34" charset="0"/>
                <a:cs typeface="Arial" panose="020B0604020202020204" pitchFamily="34" charset="0"/>
              </a:rPr>
              <a:t>+49 711</a:t>
            </a:r>
            <a:r>
              <a:rPr lang="de-DE" sz="2600" b="0" baseline="0" dirty="0" smtClean="0">
                <a:solidFill>
                  <a:srgbClr val="FFFFFF"/>
                </a:solidFill>
                <a:latin typeface="Arial" panose="020B0604020202020204" pitchFamily="34" charset="0"/>
                <a:cs typeface="Arial" panose="020B0604020202020204" pitchFamily="34" charset="0"/>
              </a:rPr>
              <a:t> 320 660-xx, email@dhbw.de</a:t>
            </a:r>
          </a:p>
          <a:p>
            <a:pPr algn="l">
              <a:lnSpc>
                <a:spcPts val="3300"/>
              </a:lnSpc>
            </a:pPr>
            <a:r>
              <a:rPr lang="de-DE" sz="2600" b="0" baseline="0" dirty="0" smtClean="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98156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t-BR" dirty="0" smtClean="0"/>
              <a:t>Titel: Musterseite mit </a:t>
            </a:r>
            <a:br>
              <a:rPr lang="pt-BR" dirty="0" smtClean="0"/>
            </a:br>
            <a:r>
              <a:rPr lang="pt-BR" dirty="0" smtClean="0"/>
              <a:t>Bild und Aufzählung</a:t>
            </a:r>
            <a:endParaRPr lang="de-DE" dirty="0"/>
          </a:p>
        </p:txBody>
      </p:sp>
      <p:sp>
        <p:nvSpPr>
          <p:cNvPr id="5" name="Inhaltsplatzhalter 4"/>
          <p:cNvSpPr>
            <a:spLocks noGrp="1"/>
          </p:cNvSpPr>
          <p:nvPr>
            <p:ph idx="1"/>
          </p:nvPr>
        </p:nvSpPr>
        <p:spPr>
          <a:xfrm>
            <a:off x="1854000" y="9365464"/>
            <a:ext cx="16308000" cy="27176327"/>
          </a:xfrm>
        </p:spPr>
        <p:txBody>
          <a:bodyPr/>
          <a:lstStyle/>
          <a:p>
            <a:r>
              <a:rPr lang="de-DE" dirty="0" smtClean="0"/>
              <a:t>Projektziel ist die Entwicklung eines elektrischen Antriebs für ein einsitziges Hochleistungssegelflugzeug (ASG 29). Gegenüber klassischen Applikationen elektrischer Antriebe besteht die Herausforderung darin, eine möglichst große Steigrate bei möglichst geringer Masse in einem sehr beschränkten Bauraum zu erreichen. Gleichzeitig sind die verschiedenen  Anforderungen und</a:t>
            </a:r>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r>
              <a:rPr lang="de-DE" b="1" dirty="0" err="1" smtClean="0"/>
              <a:t>Zwischenhead</a:t>
            </a:r>
            <a:endParaRPr lang="de-DE" b="1" dirty="0" smtClean="0"/>
          </a:p>
          <a:p>
            <a:r>
              <a:rPr lang="de-DE" dirty="0" smtClean="0"/>
              <a:t>Temperaturbereich) Anforderungen und Randbedingungen zu beachten, die sich bei dem Einbau in ein manntragendes Luftfahrzeug ergeben (Sicherheitsanforderungen, Zuverlässigkeit, großer Temperaturbereich) zu beachten, die sich bei dem Einbau in ein manntragendes Luftfahrzeug ergeben (Sicherheitsanforderungen, Zuverlässigkeit, großer Temperaturbereich) Anforderungen und Randbedingungen zu die sich bei dem Einbau in ein manntragendes Luftfahrzeug ergeben</a:t>
            </a:r>
          </a:p>
          <a:p>
            <a:endParaRPr lang="de-DE" dirty="0" smtClean="0"/>
          </a:p>
          <a:p>
            <a:r>
              <a:rPr lang="de-DE" b="1" dirty="0" err="1" smtClean="0"/>
              <a:t>Zwischenhead</a:t>
            </a:r>
            <a:endParaRPr lang="de-DE" b="1" dirty="0" smtClean="0"/>
          </a:p>
          <a:p>
            <a:r>
              <a:rPr lang="de-DE" dirty="0" smtClean="0"/>
              <a:t>Temperaturbereich) Anforderungen und Randbedingungen zu beachten, die sich bei dem Einbau in ein manntragendes Luftfahrzeug ergeben (Sicherheitsanforderungen, Zuverlässigkeit, großer Temperaturbereich, ...) zu beachten, die sich bei dem Einbau in ein manntragendes Luftfahrzeug ergeben (Sicherheitsanforderungen, Zuverlässigkeit, großer</a:t>
            </a:r>
          </a:p>
          <a:p>
            <a:endParaRPr lang="de-DE" dirty="0" smtClean="0"/>
          </a:p>
          <a:p>
            <a:r>
              <a:rPr lang="de-DE" b="1" dirty="0" err="1" smtClean="0"/>
              <a:t>Zwischenhead</a:t>
            </a:r>
            <a:endParaRPr lang="de-DE" b="1" dirty="0" smtClean="0"/>
          </a:p>
          <a:p>
            <a:r>
              <a:rPr lang="de-DE" dirty="0" smtClean="0"/>
              <a:t>zu beachten, die sich bei dem Einbau in ein manntragendes Luftfahrzeug ergeben (Sicherheitsanforderungen, Zuverlässigkeit, großer Temperaturbereich, ...) Anforderungen und Randbedingungen zu beachten, die sich bei dem Einbau in ein zu beachten, die sich bei dem Einbau in ein</a:t>
            </a:r>
          </a:p>
          <a:p>
            <a:endParaRPr lang="de-DE" dirty="0" smtClean="0"/>
          </a:p>
          <a:p>
            <a:r>
              <a:rPr lang="de-DE" b="1" dirty="0" err="1" smtClean="0"/>
              <a:t>Zwischenhead</a:t>
            </a:r>
            <a:endParaRPr lang="de-DE" b="1" dirty="0" smtClean="0"/>
          </a:p>
          <a:p>
            <a:r>
              <a:rPr lang="de-DE" dirty="0" smtClean="0"/>
              <a:t>zu beachten, die sich bei dem Einbau in ein manntragendes Luftfahrzeug ergeben (Sicherheitsanforderungen, Zuverlässigkeit, großer Temperaturbereich, ...) Anforderungen und Randbedingungen zu beachten</a:t>
            </a:r>
          </a:p>
          <a:p>
            <a:pPr lvl="1"/>
            <a:r>
              <a:rPr lang="de-DE" dirty="0" smtClean="0"/>
              <a:t>Zweite Textebene: Aufzählungszeichen und Einzug ab der zweiten Zeile:</a:t>
            </a:r>
            <a:br>
              <a:rPr lang="de-DE" dirty="0" smtClean="0"/>
            </a:br>
            <a:r>
              <a:rPr lang="de-DE" dirty="0" smtClean="0"/>
              <a:t>zu der zweiten Textebene gelangt man durch Klick auf „Einzug vergrößern“. </a:t>
            </a:r>
          </a:p>
          <a:p>
            <a:pPr lvl="1"/>
            <a:r>
              <a:rPr lang="de-DE" dirty="0" smtClean="0"/>
              <a:t>Nur über diese Funktion ist das richtige Aufzählungszeichen + Abstand gewährleistet </a:t>
            </a:r>
          </a:p>
          <a:p>
            <a:pPr lvl="1"/>
            <a:r>
              <a:rPr lang="de-DE" dirty="0" smtClean="0"/>
              <a:t>Die Linien zwischen den Aufzählungszeichen werden manuell gesetzt</a:t>
            </a:r>
          </a:p>
        </p:txBody>
      </p:sp>
      <p:sp>
        <p:nvSpPr>
          <p:cNvPr id="6" name="Textplatzhalter 5"/>
          <p:cNvSpPr>
            <a:spLocks noGrp="1"/>
          </p:cNvSpPr>
          <p:nvPr>
            <p:ph type="body" sz="quarter" idx="13"/>
          </p:nvPr>
        </p:nvSpPr>
        <p:spPr/>
        <p:txBody>
          <a:bodyPr/>
          <a:lstStyle/>
          <a:p>
            <a:r>
              <a:rPr lang="de-DE" dirty="0" smtClean="0"/>
              <a:t>Name, Studiengang</a:t>
            </a:r>
            <a:endParaRPr lang="de-DE" dirty="0"/>
          </a:p>
        </p:txBody>
      </p:sp>
      <p:sp>
        <p:nvSpPr>
          <p:cNvPr id="17" name="Textplatzhalter 16"/>
          <p:cNvSpPr>
            <a:spLocks noGrp="1"/>
          </p:cNvSpPr>
          <p:nvPr>
            <p:ph type="body" sz="quarter" idx="14"/>
          </p:nvPr>
        </p:nvSpPr>
        <p:spPr/>
        <p:txBody>
          <a:bodyPr/>
          <a:lstStyle/>
          <a:p>
            <a:r>
              <a:rPr lang="de-DE" dirty="0"/>
              <a:t>Erste Textebene: Fließtext ohne Einrückung ab der zweiten Zeile. Projektziel ist die Entwicklung eines elektrischen Antriebs für ein einsitziges</a:t>
            </a:r>
          </a:p>
          <a:p>
            <a:pPr lvl="1"/>
            <a:r>
              <a:rPr lang="de-DE" dirty="0"/>
              <a:t>Zweite Textebene: Aufzählungszeichen und Einzug ab der zweiten Zeile: zu der zweiten Textebene gelangt man durch Klick auf „Einzug vergrößern“. </a:t>
            </a:r>
          </a:p>
          <a:p>
            <a:pPr lvl="1"/>
            <a:r>
              <a:rPr lang="de-DE" dirty="0"/>
              <a:t>Nur über diese Funktion ist das richtige Aufzählungszeichen + Abstand gewährleistet </a:t>
            </a:r>
          </a:p>
          <a:p>
            <a:pPr lvl="1"/>
            <a:r>
              <a:rPr lang="de-DE" dirty="0"/>
              <a:t>Die Linien werden manuell gesetzt, 1 Pt.</a:t>
            </a:r>
          </a:p>
          <a:p>
            <a:pPr lvl="1"/>
            <a:endParaRPr lang="de-DE" dirty="0"/>
          </a:p>
        </p:txBody>
      </p:sp>
      <p:sp>
        <p:nvSpPr>
          <p:cNvPr id="18" name="Textplatzhalter 17"/>
          <p:cNvSpPr>
            <a:spLocks noGrp="1"/>
          </p:cNvSpPr>
          <p:nvPr>
            <p:ph type="body" sz="quarter" idx="15"/>
          </p:nvPr>
        </p:nvSpPr>
        <p:spPr/>
        <p:txBody>
          <a:bodyPr/>
          <a:lstStyle/>
          <a:p>
            <a:r>
              <a:rPr lang="de-DE" dirty="0"/>
              <a:t>beachten, die sich bei dem Einbau in ein manntragendes sich bei dem Einbau in ein manntragendes Luftfahrzeug ergeben (Sicherheitsanforderungen sich bei dem Einbau in ein manntragendes Luftfahrzeug ergeben. </a:t>
            </a:r>
            <a:r>
              <a:rPr lang="de-DE" dirty="0" err="1"/>
              <a:t>Ehendus</a:t>
            </a:r>
            <a:r>
              <a:rPr lang="de-DE" dirty="0"/>
              <a:t> </a:t>
            </a:r>
            <a:r>
              <a:rPr lang="de-DE" dirty="0" err="1"/>
              <a:t>entiuntius</a:t>
            </a:r>
            <a:r>
              <a:rPr lang="de-DE" dirty="0"/>
              <a:t> </a:t>
            </a:r>
            <a:r>
              <a:rPr lang="de-DE" dirty="0" err="1"/>
              <a:t>repremp</a:t>
            </a:r>
            <a:r>
              <a:rPr lang="de-DE" dirty="0"/>
              <a:t> </a:t>
            </a:r>
            <a:r>
              <a:rPr lang="de-DE" dirty="0" err="1"/>
              <a:t>orerum</a:t>
            </a:r>
            <a:r>
              <a:rPr lang="de-DE" dirty="0"/>
              <a:t> </a:t>
            </a:r>
            <a:r>
              <a:rPr lang="de-DE" dirty="0" err="1"/>
              <a:t>fugiti</a:t>
            </a:r>
            <a:endParaRPr lang="de-DE" dirty="0"/>
          </a:p>
        </p:txBody>
      </p:sp>
      <p:sp>
        <p:nvSpPr>
          <p:cNvPr id="38" name="Textplatzhalter 37"/>
          <p:cNvSpPr>
            <a:spLocks noGrp="1"/>
          </p:cNvSpPr>
          <p:nvPr>
            <p:ph type="body" sz="quarter" idx="20"/>
          </p:nvPr>
        </p:nvSpPr>
        <p:spPr>
          <a:xfrm>
            <a:off x="20733051" y="29264400"/>
            <a:ext cx="9720000" cy="4319999"/>
          </a:xfrm>
        </p:spPr>
        <p:txBody>
          <a:bodyPr/>
          <a:lstStyle/>
          <a:p>
            <a:pPr>
              <a:lnSpc>
                <a:spcPts val="3671"/>
              </a:lnSpc>
            </a:pPr>
            <a:r>
              <a:rPr lang="de-DE" sz="3000" dirty="0"/>
              <a:t>Hier erste Textebene: Aufzählungspunkt beachten, die sich bei dem Einbau in ein manntragendes sich bei dem Einbau in ein manntragendes Luftfahrzeug ergeben </a:t>
            </a:r>
          </a:p>
          <a:p>
            <a:pPr>
              <a:lnSpc>
                <a:spcPts val="3671"/>
              </a:lnSpc>
            </a:pPr>
            <a:r>
              <a:rPr lang="de-DE" sz="3000" dirty="0"/>
              <a:t>Die Linien zwischen den Aufzählungszeichen werden manuell gesetzt, Stärke: 1 Pt.</a:t>
            </a:r>
          </a:p>
        </p:txBody>
      </p:sp>
      <p:pic>
        <p:nvPicPr>
          <p:cNvPr id="20" name="Bildplatzhalter 19"/>
          <p:cNvPicPr>
            <a:picLocks noGrp="1" noChangeAspect="1"/>
          </p:cNvPicPr>
          <p:nvPr>
            <p:ph type="pic" sz="quarter" idx="16"/>
          </p:nvPr>
        </p:nvPicPr>
        <p:blipFill rotWithShape="1">
          <a:blip r:embed="rId2" cstate="email">
            <a:extLst>
              <a:ext uri="{28A0092B-C50C-407E-A947-70E740481C1C}">
                <a14:useLocalDpi xmlns:a14="http://schemas.microsoft.com/office/drawing/2010/main"/>
              </a:ext>
            </a:extLst>
          </a:blip>
          <a:srcRect t="60" b="60"/>
          <a:stretch/>
        </p:blipFill>
        <p:spPr/>
      </p:pic>
      <p:pic>
        <p:nvPicPr>
          <p:cNvPr id="21" name="Bildplatzhalter 20"/>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l="77" r="77"/>
          <a:stretch/>
        </p:blipFill>
        <p:spPr/>
      </p:pic>
      <p:pic>
        <p:nvPicPr>
          <p:cNvPr id="22" name="Bildplatzhalter 21"/>
          <p:cNvPicPr>
            <a:picLocks noGrp="1" noChangeAspect="1"/>
          </p:cNvPicPr>
          <p:nvPr>
            <p:ph type="pic" sz="quarter" idx="18"/>
          </p:nvPr>
        </p:nvPicPr>
        <p:blipFill rotWithShape="1">
          <a:blip r:embed="rId4" cstate="email">
            <a:extLst>
              <a:ext uri="{28A0092B-C50C-407E-A947-70E740481C1C}">
                <a14:useLocalDpi xmlns:a14="http://schemas.microsoft.com/office/drawing/2010/main"/>
              </a:ext>
            </a:extLst>
          </a:blip>
          <a:srcRect t="60" b="60"/>
          <a:stretch/>
        </p:blipFill>
        <p:spPr/>
      </p:pic>
      <p:pic>
        <p:nvPicPr>
          <p:cNvPr id="23" name="Bildplatzhalter 22"/>
          <p:cNvPicPr>
            <a:picLocks noGrp="1" noChangeAspect="1"/>
          </p:cNvPicPr>
          <p:nvPr>
            <p:ph type="pic" sz="quarter" idx="19"/>
          </p:nvPr>
        </p:nvPicPr>
        <p:blipFill rotWithShape="1">
          <a:blip r:embed="rId5" cstate="email">
            <a:extLst>
              <a:ext uri="{28A0092B-C50C-407E-A947-70E740481C1C}">
                <a14:useLocalDpi xmlns:a14="http://schemas.microsoft.com/office/drawing/2010/main"/>
              </a:ext>
            </a:extLst>
          </a:blip>
          <a:srcRect l="77" r="77"/>
          <a:stretch/>
        </p:blipFill>
        <p:spPr/>
      </p:pic>
      <p:pic>
        <p:nvPicPr>
          <p:cNvPr id="2" name="Bildplatzhalter 1"/>
          <p:cNvPicPr>
            <a:picLocks noGrp="1" noChangeAspect="1"/>
          </p:cNvPicPr>
          <p:nvPr>
            <p:ph type="pic" sz="quarter" idx="21"/>
          </p:nvPr>
        </p:nvPicPr>
        <p:blipFill>
          <a:blip r:embed="rId6" cstate="email">
            <a:extLst>
              <a:ext uri="{28A0092B-C50C-407E-A947-70E740481C1C}">
                <a14:useLocalDpi xmlns:a14="http://schemas.microsoft.com/office/drawing/2010/main"/>
              </a:ext>
            </a:extLst>
          </a:blip>
          <a:srcRect t="9218" b="9218"/>
          <a:stretch>
            <a:fillRect/>
          </a:stretch>
        </p:blipFill>
        <p:spPr/>
      </p:pic>
      <p:pic>
        <p:nvPicPr>
          <p:cNvPr id="7" name="Bildplatzhalter 6"/>
          <p:cNvPicPr>
            <a:picLocks noGrp="1" noChangeAspect="1"/>
          </p:cNvPicPr>
          <p:nvPr>
            <p:ph type="pic" sz="quarter" idx="22"/>
          </p:nvPr>
        </p:nvPicPr>
        <p:blipFill>
          <a:blip r:embed="rId6" cstate="email">
            <a:extLst>
              <a:ext uri="{28A0092B-C50C-407E-A947-70E740481C1C}">
                <a14:useLocalDpi xmlns:a14="http://schemas.microsoft.com/office/drawing/2010/main"/>
              </a:ext>
            </a:extLst>
          </a:blip>
          <a:srcRect t="2261" b="2261"/>
          <a:stretch>
            <a:fillRect/>
          </a:stretch>
        </p:blipFill>
        <p:spPr/>
      </p:pic>
      <p:pic>
        <p:nvPicPr>
          <p:cNvPr id="3" name="Bildplatzhalter 2"/>
          <p:cNvPicPr>
            <a:picLocks noGrp="1" noChangeAspect="1"/>
          </p:cNvPicPr>
          <p:nvPr>
            <p:ph type="pic" sz="quarter" idx="24"/>
          </p:nvPr>
        </p:nvPicPr>
        <p:blipFill>
          <a:blip r:embed="rId6" cstate="email">
            <a:extLst>
              <a:ext uri="{28A0092B-C50C-407E-A947-70E740481C1C}">
                <a14:useLocalDpi xmlns:a14="http://schemas.microsoft.com/office/drawing/2010/main"/>
              </a:ext>
            </a:extLst>
          </a:blip>
          <a:srcRect t="9218" b="9218"/>
          <a:stretch>
            <a:fillRect/>
          </a:stretch>
        </p:blipFill>
        <p:spPr/>
      </p:pic>
      <p:sp>
        <p:nvSpPr>
          <p:cNvPr id="26" name="Textplatzhalter 25"/>
          <p:cNvSpPr>
            <a:spLocks noGrp="1"/>
          </p:cNvSpPr>
          <p:nvPr>
            <p:ph type="body" sz="quarter" idx="23"/>
          </p:nvPr>
        </p:nvSpPr>
        <p:spPr/>
        <p:txBody>
          <a:bodyPr/>
          <a:lstStyle/>
          <a:p>
            <a:r>
              <a:rPr lang="de-DE" smtClean="0"/>
              <a:t>Bildunterschrift</a:t>
            </a:r>
            <a:endParaRPr lang="de-DE" dirty="0"/>
          </a:p>
        </p:txBody>
      </p:sp>
      <p:cxnSp>
        <p:nvCxnSpPr>
          <p:cNvPr id="53" name="Gerade Verbindung 52"/>
          <p:cNvCxnSpPr/>
          <p:nvPr/>
        </p:nvCxnSpPr>
        <p:spPr>
          <a:xfrm>
            <a:off x="2648582" y="34077993"/>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Gerade Verbindung 67"/>
          <p:cNvCxnSpPr/>
          <p:nvPr/>
        </p:nvCxnSpPr>
        <p:spPr>
          <a:xfrm>
            <a:off x="2648582" y="36382249"/>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6" name="Gerade Verbindung 75"/>
          <p:cNvCxnSpPr/>
          <p:nvPr/>
        </p:nvCxnSpPr>
        <p:spPr>
          <a:xfrm>
            <a:off x="2648582" y="35503605"/>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4" name="Fußzeilenplatzhalter 4"/>
          <p:cNvSpPr txBox="1">
            <a:spLocks/>
          </p:cNvSpPr>
          <p:nvPr/>
        </p:nvSpPr>
        <p:spPr>
          <a:xfrm>
            <a:off x="21619271" y="42358908"/>
            <a:ext cx="8637338" cy="789392"/>
          </a:xfrm>
          <a:prstGeom prst="rect">
            <a:avLst/>
          </a:prstGeom>
        </p:spPr>
        <p:txBody>
          <a:bodyPr vert="horz" lIns="367085" tIns="183543" rIns="330377" bIns="183543" rtlCol="0" anchor="t"/>
          <a:lstStyle>
            <a:defPPr>
              <a:defRPr lang="de-DE"/>
            </a:defPPr>
            <a:lvl1pPr marL="0" algn="ctr" defTabSz="4176431" rtl="0" eaLnBrk="1" latinLnBrk="0" hangingPunct="1">
              <a:defRPr sz="2600" kern="1200">
                <a:solidFill>
                  <a:schemeClr val="tx1">
                    <a:tint val="75000"/>
                  </a:schemeClr>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a:lstStyle>
          <a:p>
            <a:pPr algn="l"/>
            <a:endParaRPr lang="de-DE" dirty="0"/>
          </a:p>
        </p:txBody>
      </p:sp>
      <p:cxnSp>
        <p:nvCxnSpPr>
          <p:cNvPr id="60" name="Gerade Verbindung 59"/>
          <p:cNvCxnSpPr/>
          <p:nvPr/>
        </p:nvCxnSpPr>
        <p:spPr>
          <a:xfrm>
            <a:off x="21827933" y="14608403"/>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1" name="Gerade Verbindung 60"/>
          <p:cNvCxnSpPr/>
          <p:nvPr/>
        </p:nvCxnSpPr>
        <p:spPr>
          <a:xfrm>
            <a:off x="21827933" y="13417507"/>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2" name="Gerade Verbindung 61"/>
          <p:cNvCxnSpPr/>
          <p:nvPr/>
        </p:nvCxnSpPr>
        <p:spPr>
          <a:xfrm>
            <a:off x="21827933" y="15394456"/>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36" name="Gerade Verbindung 35"/>
          <p:cNvCxnSpPr/>
          <p:nvPr/>
        </p:nvCxnSpPr>
        <p:spPr>
          <a:xfrm>
            <a:off x="21827933" y="317017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Gerade Verbindung 36"/>
          <p:cNvCxnSpPr/>
          <p:nvPr/>
        </p:nvCxnSpPr>
        <p:spPr>
          <a:xfrm>
            <a:off x="21827933" y="335019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uppieren 7"/>
          <p:cNvGrpSpPr/>
          <p:nvPr/>
        </p:nvGrpSpPr>
        <p:grpSpPr>
          <a:xfrm>
            <a:off x="20267998" y="7951853"/>
            <a:ext cx="10476000" cy="1283380"/>
            <a:chOff x="20267998" y="7951853"/>
            <a:chExt cx="10476000" cy="1283380"/>
          </a:xfrm>
        </p:grpSpPr>
        <p:pic>
          <p:nvPicPr>
            <p:cNvPr id="48"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795185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42" name="Textfeld 41"/>
            <p:cNvSpPr txBox="1"/>
            <p:nvPr/>
          </p:nvSpPr>
          <p:spPr>
            <a:xfrm>
              <a:off x="20396894" y="8460377"/>
              <a:ext cx="936104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Zielsetzung</a:t>
              </a:r>
            </a:p>
          </p:txBody>
        </p:sp>
      </p:grpSp>
      <p:grpSp>
        <p:nvGrpSpPr>
          <p:cNvPr id="12" name="Gruppieren 11"/>
          <p:cNvGrpSpPr/>
          <p:nvPr/>
        </p:nvGrpSpPr>
        <p:grpSpPr>
          <a:xfrm>
            <a:off x="20267998" y="16652057"/>
            <a:ext cx="10476000" cy="1283380"/>
            <a:chOff x="20267998" y="16652057"/>
            <a:chExt cx="10476000" cy="1283380"/>
          </a:xfrm>
        </p:grpSpPr>
        <p:pic>
          <p:nvPicPr>
            <p:cNvPr id="51"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16652057"/>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43" name="Textfeld 42"/>
            <p:cNvSpPr txBox="1"/>
            <p:nvPr/>
          </p:nvSpPr>
          <p:spPr>
            <a:xfrm>
              <a:off x="20397337" y="17149997"/>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Ausblick</a:t>
              </a:r>
            </a:p>
          </p:txBody>
        </p:sp>
      </p:grpSp>
      <p:grpSp>
        <p:nvGrpSpPr>
          <p:cNvPr id="13" name="Gruppieren 12"/>
          <p:cNvGrpSpPr/>
          <p:nvPr/>
        </p:nvGrpSpPr>
        <p:grpSpPr>
          <a:xfrm>
            <a:off x="20268000" y="22196673"/>
            <a:ext cx="10476000" cy="1283380"/>
            <a:chOff x="20268000" y="22196673"/>
            <a:chExt cx="10476000" cy="1283380"/>
          </a:xfrm>
        </p:grpSpPr>
        <p:pic>
          <p:nvPicPr>
            <p:cNvPr id="55"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44" name="Textfeld 43"/>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smtClean="0">
                  <a:solidFill>
                    <a:schemeClr val="bg1"/>
                  </a:solidFill>
                  <a:latin typeface="Georgia" panose="02040502050405020303" pitchFamily="18" charset="0"/>
                </a:rPr>
                <a:t>Kooperative Partner</a:t>
              </a:r>
              <a:endParaRPr lang="de-DE" sz="4100" dirty="0">
                <a:solidFill>
                  <a:schemeClr val="bg1"/>
                </a:solidFill>
                <a:latin typeface="Georgia" panose="02040502050405020303" pitchFamily="18" charset="0"/>
              </a:endParaRPr>
            </a:p>
          </p:txBody>
        </p:sp>
      </p:grpSp>
      <p:sp>
        <p:nvSpPr>
          <p:cNvPr id="45" name="Textfeld 44"/>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smtClean="0">
                <a:solidFill>
                  <a:srgbClr val="FFFFFF"/>
                </a:solidFill>
                <a:latin typeface="Arial" panose="020B0604020202020204" pitchFamily="34" charset="0"/>
                <a:cs typeface="Arial" panose="020B0604020202020204" pitchFamily="34" charset="0"/>
              </a:rPr>
              <a:t>Musterstraße 1, 12345 Musterstadt</a:t>
            </a:r>
          </a:p>
          <a:p>
            <a:pPr algn="l">
              <a:lnSpc>
                <a:spcPts val="3300"/>
              </a:lnSpc>
            </a:pPr>
            <a:r>
              <a:rPr lang="de-DE" sz="2600" b="0" dirty="0" smtClean="0">
                <a:solidFill>
                  <a:srgbClr val="FFFFFF"/>
                </a:solidFill>
                <a:latin typeface="Arial" panose="020B0604020202020204" pitchFamily="34" charset="0"/>
                <a:cs typeface="Arial" panose="020B0604020202020204" pitchFamily="34" charset="0"/>
              </a:rPr>
              <a:t>+49 711</a:t>
            </a:r>
            <a:r>
              <a:rPr lang="de-DE" sz="2600" b="0" baseline="0" dirty="0" smtClean="0">
                <a:solidFill>
                  <a:srgbClr val="FFFFFF"/>
                </a:solidFill>
                <a:latin typeface="Arial" panose="020B0604020202020204" pitchFamily="34" charset="0"/>
                <a:cs typeface="Arial" panose="020B0604020202020204" pitchFamily="34" charset="0"/>
              </a:rPr>
              <a:t> 320 660-xx, email@dhbw.de</a:t>
            </a:r>
          </a:p>
          <a:p>
            <a:pPr algn="l">
              <a:lnSpc>
                <a:spcPts val="3300"/>
              </a:lnSpc>
            </a:pPr>
            <a:r>
              <a:rPr lang="de-DE" sz="2600" b="0" baseline="0" dirty="0" smtClean="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sp>
        <p:nvSpPr>
          <p:cNvPr id="46" name="Textfeld 45"/>
          <p:cNvSpPr txBox="1"/>
          <p:nvPr/>
        </p:nvSpPr>
        <p:spPr>
          <a:xfrm>
            <a:off x="20396894" y="28605385"/>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Quellen</a:t>
            </a:r>
          </a:p>
        </p:txBody>
      </p:sp>
      <p:pic>
        <p:nvPicPr>
          <p:cNvPr id="39" name="Bildplatzhalter 1"/>
          <p:cNvPicPr>
            <a:picLocks noGrp="1" noChangeAspect="1"/>
          </p:cNvPicPr>
          <p:nvPr/>
        </p:nvPicPr>
        <p:blipFill>
          <a:blip r:embed="rId8">
            <a:extLst>
              <a:ext uri="{28A0092B-C50C-407E-A947-70E740481C1C}">
                <a14:useLocalDpi xmlns:a14="http://schemas.microsoft.com/office/drawing/2010/main" val="0"/>
              </a:ext>
            </a:extLst>
          </a:blip>
          <a:srcRect t="22678" b="22678"/>
          <a:stretch>
            <a:fillRect/>
          </a:stretch>
        </p:blipFill>
        <p:spPr>
          <a:xfrm>
            <a:off x="20436014" y="954313"/>
            <a:ext cx="10225136" cy="4657547"/>
          </a:xfrm>
          <a:prstGeom prst="rect">
            <a:avLst/>
          </a:prstGeom>
          <a:solidFill>
            <a:schemeClr val="bg1"/>
          </a:solidFill>
        </p:spPr>
      </p:pic>
    </p:spTree>
    <p:extLst>
      <p:ext uri="{BB962C8B-B14F-4D97-AF65-F5344CB8AC3E}">
        <p14:creationId xmlns:p14="http://schemas.microsoft.com/office/powerpoint/2010/main" val="17265713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t-BR" smtClean="0"/>
              <a:t>Titel: Musterseite mit Bild, </a:t>
            </a:r>
            <a:br>
              <a:rPr lang="pt-BR" smtClean="0"/>
            </a:br>
            <a:r>
              <a:rPr lang="pt-BR" smtClean="0"/>
              <a:t>Aufzählung und Tabelle</a:t>
            </a:r>
            <a:endParaRPr lang="de-DE" dirty="0"/>
          </a:p>
        </p:txBody>
      </p:sp>
      <p:sp>
        <p:nvSpPr>
          <p:cNvPr id="5" name="Inhaltsplatzhalter 4"/>
          <p:cNvSpPr>
            <a:spLocks noGrp="1"/>
          </p:cNvSpPr>
          <p:nvPr>
            <p:ph idx="1"/>
          </p:nvPr>
        </p:nvSpPr>
        <p:spPr>
          <a:xfrm>
            <a:off x="1854000" y="9365464"/>
            <a:ext cx="16308000" cy="27176327"/>
          </a:xfrm>
        </p:spPr>
        <p:txBody>
          <a:bodyPr/>
          <a:lstStyle/>
          <a:p>
            <a:r>
              <a:rPr lang="de-DE" dirty="0"/>
              <a:t>Projektziel ist die Entwicklung eines elektrischen Antriebs für ein einsitziges Hochleistungssegelflugzeug (ASG 29). Gegenüber klassischen Applikationen elektrischer Antriebe besteht die Herausforderung darin, eine möglichst große Steigrate bei möglichst geringer Masse in einem sehr beschränkten Bauraum zu erreichen. Gleichzeitig sind die </a:t>
            </a:r>
            <a:r>
              <a:rPr lang="de-DE" dirty="0" smtClean="0"/>
              <a:t>verschiedenen  </a:t>
            </a:r>
            <a:r>
              <a:rPr lang="de-DE" dirty="0"/>
              <a:t>Anforderungen und</a:t>
            </a:r>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r>
              <a:rPr lang="de-DE" b="1" dirty="0" err="1" smtClean="0"/>
              <a:t>Zwischenhead</a:t>
            </a:r>
            <a:endParaRPr lang="de-DE" b="1" dirty="0" smtClean="0"/>
          </a:p>
          <a:p>
            <a:r>
              <a:rPr lang="de-DE" dirty="0" smtClean="0"/>
              <a:t>Temperaturbereich) Anforderungen und Randbedingungen zu beachten, die sich bei dem Einbau in ein manntragendes Luftfahrzeug ergeben.</a:t>
            </a:r>
          </a:p>
          <a:p>
            <a:endParaRPr lang="de-DE" dirty="0" smtClean="0"/>
          </a:p>
          <a:p>
            <a:r>
              <a:rPr lang="de-DE" b="1" dirty="0" smtClean="0"/>
              <a:t>Tabelle</a:t>
            </a:r>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r>
              <a:rPr lang="de-DE" b="1" dirty="0" err="1" smtClean="0"/>
              <a:t>Zwischenhead</a:t>
            </a:r>
            <a:endParaRPr lang="de-DE" b="1" dirty="0" smtClean="0"/>
          </a:p>
          <a:p>
            <a:r>
              <a:rPr lang="de-DE" dirty="0" smtClean="0"/>
              <a:t>zu beachten, die sich bei dem Einbau in ein manntragendes Luftfahrzeug ergeben (Sicherheitsanforderungen, Zuverlässigkeit, großer Temperaturbereich, ...) Anforderungen und Randbedingungen zu beachten</a:t>
            </a:r>
          </a:p>
          <a:p>
            <a:pPr lvl="1"/>
            <a:r>
              <a:rPr lang="de-DE" dirty="0"/>
              <a:t>Zweite Textebene: Aufzählungszeichen und Einzug ab der zweiten Zeile:</a:t>
            </a:r>
            <a:br>
              <a:rPr lang="de-DE" dirty="0"/>
            </a:br>
            <a:r>
              <a:rPr lang="de-DE" dirty="0"/>
              <a:t>zu der zweiten Textebene gelangt man durch Klick auf „Einzug vergrößern“. </a:t>
            </a:r>
          </a:p>
          <a:p>
            <a:pPr lvl="1"/>
            <a:r>
              <a:rPr lang="de-DE" dirty="0"/>
              <a:t>Nur über diese Funktion ist das richtige Aufzählungszeichen + Abstand gewährleistet </a:t>
            </a:r>
          </a:p>
          <a:p>
            <a:pPr lvl="1"/>
            <a:r>
              <a:rPr lang="de-DE" dirty="0"/>
              <a:t>Die Linien zwischen den Aufzählungszeichen werden manuell gesetzt</a:t>
            </a:r>
          </a:p>
          <a:p>
            <a:endParaRPr lang="de-DE" dirty="0" smtClean="0"/>
          </a:p>
        </p:txBody>
      </p:sp>
      <p:sp>
        <p:nvSpPr>
          <p:cNvPr id="6" name="Textplatzhalter 5"/>
          <p:cNvSpPr>
            <a:spLocks noGrp="1"/>
          </p:cNvSpPr>
          <p:nvPr>
            <p:ph type="body" sz="quarter" idx="13"/>
          </p:nvPr>
        </p:nvSpPr>
        <p:spPr/>
        <p:txBody>
          <a:bodyPr/>
          <a:lstStyle/>
          <a:p>
            <a:r>
              <a:rPr lang="de-DE" smtClean="0"/>
              <a:t>Name, Studiengang</a:t>
            </a:r>
            <a:endParaRPr lang="de-DE" dirty="0"/>
          </a:p>
        </p:txBody>
      </p:sp>
      <p:sp>
        <p:nvSpPr>
          <p:cNvPr id="17" name="Textplatzhalter 16"/>
          <p:cNvSpPr>
            <a:spLocks noGrp="1"/>
          </p:cNvSpPr>
          <p:nvPr>
            <p:ph type="body" sz="quarter" idx="14"/>
          </p:nvPr>
        </p:nvSpPr>
        <p:spPr/>
        <p:txBody>
          <a:bodyPr/>
          <a:lstStyle/>
          <a:p>
            <a:r>
              <a:rPr lang="de-DE" dirty="0"/>
              <a:t>Erste Textebene: Fließtext ohne Einrückung ab der zweiten Zeile. Projektziel ist die Entwicklung eines elektrischen Antriebs für ein einsitziges</a:t>
            </a:r>
          </a:p>
          <a:p>
            <a:pPr lvl="1"/>
            <a:r>
              <a:rPr lang="de-DE" dirty="0"/>
              <a:t>Zweite Textebene: Aufzählungszeichen und Einzug ab der zweiten Zeile: zu der zweiten Textebene gelangt man durch Klick auf „Einzug vergrößern“. </a:t>
            </a:r>
          </a:p>
          <a:p>
            <a:pPr lvl="1"/>
            <a:r>
              <a:rPr lang="de-DE" dirty="0"/>
              <a:t>Nur über diese Funktion ist das richtige Aufzählungszeichen + Abstand gewährleistet </a:t>
            </a:r>
          </a:p>
          <a:p>
            <a:pPr lvl="1"/>
            <a:r>
              <a:rPr lang="de-DE" dirty="0"/>
              <a:t>Die Linien werden manuell gesetzt, 1 Pt.</a:t>
            </a:r>
          </a:p>
          <a:p>
            <a:pPr lvl="1"/>
            <a:endParaRPr lang="de-DE" dirty="0"/>
          </a:p>
        </p:txBody>
      </p:sp>
      <p:sp>
        <p:nvSpPr>
          <p:cNvPr id="18" name="Textplatzhalter 17"/>
          <p:cNvSpPr>
            <a:spLocks noGrp="1"/>
          </p:cNvSpPr>
          <p:nvPr>
            <p:ph type="body" sz="quarter" idx="15"/>
          </p:nvPr>
        </p:nvSpPr>
        <p:spPr/>
        <p:txBody>
          <a:bodyPr/>
          <a:lstStyle/>
          <a:p>
            <a:r>
              <a:rPr lang="de-DE" dirty="0"/>
              <a:t>beachten, die sich bei dem Einbau in ein manntragendes sich bei dem Einbau in ein manntragendes Luftfahrzeug ergeben (Sicherheitsanforderungen sich bei dem Einbau in ein manntragendes Luftfahrzeug ergeben. </a:t>
            </a:r>
            <a:r>
              <a:rPr lang="de-DE" dirty="0" err="1"/>
              <a:t>Ehendus</a:t>
            </a:r>
            <a:r>
              <a:rPr lang="de-DE" dirty="0"/>
              <a:t> </a:t>
            </a:r>
            <a:r>
              <a:rPr lang="de-DE" dirty="0" err="1"/>
              <a:t>entiuntius</a:t>
            </a:r>
            <a:r>
              <a:rPr lang="de-DE" dirty="0"/>
              <a:t> </a:t>
            </a:r>
            <a:r>
              <a:rPr lang="de-DE" dirty="0" err="1"/>
              <a:t>repremp</a:t>
            </a:r>
            <a:r>
              <a:rPr lang="de-DE" dirty="0"/>
              <a:t> </a:t>
            </a:r>
            <a:r>
              <a:rPr lang="de-DE" dirty="0" err="1"/>
              <a:t>orerum</a:t>
            </a:r>
            <a:r>
              <a:rPr lang="de-DE" dirty="0"/>
              <a:t> </a:t>
            </a:r>
            <a:r>
              <a:rPr lang="de-DE" dirty="0" err="1"/>
              <a:t>fugiti</a:t>
            </a:r>
            <a:endParaRPr lang="de-DE" dirty="0"/>
          </a:p>
        </p:txBody>
      </p:sp>
      <p:sp>
        <p:nvSpPr>
          <p:cNvPr id="38" name="Textplatzhalter 37"/>
          <p:cNvSpPr>
            <a:spLocks noGrp="1"/>
          </p:cNvSpPr>
          <p:nvPr>
            <p:ph type="body" sz="quarter" idx="20"/>
          </p:nvPr>
        </p:nvSpPr>
        <p:spPr/>
        <p:txBody>
          <a:bodyPr/>
          <a:lstStyle/>
          <a:p>
            <a:pPr>
              <a:lnSpc>
                <a:spcPts val="3671"/>
              </a:lnSpc>
            </a:pPr>
            <a:r>
              <a:rPr lang="de-DE" sz="3000" dirty="0"/>
              <a:t>Hier erste Textebene: Aufzählungspunkt beachten, die sich bei dem Einbau in ein manntragendes sich bei dem Einbau in ein manntragendes Luftfahrzeug ergeben </a:t>
            </a:r>
          </a:p>
          <a:p>
            <a:pPr>
              <a:lnSpc>
                <a:spcPts val="3671"/>
              </a:lnSpc>
            </a:pPr>
            <a:r>
              <a:rPr lang="de-DE" sz="3000" dirty="0"/>
              <a:t>Die Linien zwischen den Aufzählungszeichen werden manuell gesetzt, Stärke: 1 Pt.</a:t>
            </a:r>
          </a:p>
        </p:txBody>
      </p:sp>
      <p:pic>
        <p:nvPicPr>
          <p:cNvPr id="20" name="Bildplatzhalter 19"/>
          <p:cNvPicPr>
            <a:picLocks noGrp="1" noChangeAspect="1"/>
          </p:cNvPicPr>
          <p:nvPr>
            <p:ph type="pic" sz="quarter" idx="16"/>
          </p:nvPr>
        </p:nvPicPr>
        <p:blipFill rotWithShape="1">
          <a:blip r:embed="rId2" cstate="email">
            <a:extLst>
              <a:ext uri="{28A0092B-C50C-407E-A947-70E740481C1C}">
                <a14:useLocalDpi xmlns:a14="http://schemas.microsoft.com/office/drawing/2010/main"/>
              </a:ext>
            </a:extLst>
          </a:blip>
          <a:srcRect t="60" b="60"/>
          <a:stretch/>
        </p:blipFill>
        <p:spPr/>
      </p:pic>
      <p:pic>
        <p:nvPicPr>
          <p:cNvPr id="21" name="Bildplatzhalter 20"/>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l="77" r="77"/>
          <a:stretch/>
        </p:blipFill>
        <p:spPr/>
      </p:pic>
      <p:pic>
        <p:nvPicPr>
          <p:cNvPr id="22" name="Bildplatzhalter 21"/>
          <p:cNvPicPr>
            <a:picLocks noGrp="1" noChangeAspect="1"/>
          </p:cNvPicPr>
          <p:nvPr>
            <p:ph type="pic" sz="quarter" idx="18"/>
          </p:nvPr>
        </p:nvPicPr>
        <p:blipFill rotWithShape="1">
          <a:blip r:embed="rId4" cstate="email">
            <a:extLst>
              <a:ext uri="{28A0092B-C50C-407E-A947-70E740481C1C}">
                <a14:useLocalDpi xmlns:a14="http://schemas.microsoft.com/office/drawing/2010/main"/>
              </a:ext>
            </a:extLst>
          </a:blip>
          <a:srcRect t="60" b="60"/>
          <a:stretch/>
        </p:blipFill>
        <p:spPr/>
      </p:pic>
      <p:pic>
        <p:nvPicPr>
          <p:cNvPr id="23" name="Bildplatzhalter 22"/>
          <p:cNvPicPr>
            <a:picLocks noGrp="1" noChangeAspect="1"/>
          </p:cNvPicPr>
          <p:nvPr>
            <p:ph type="pic" sz="quarter" idx="19"/>
          </p:nvPr>
        </p:nvPicPr>
        <p:blipFill rotWithShape="1">
          <a:blip r:embed="rId5" cstate="email">
            <a:extLst>
              <a:ext uri="{28A0092B-C50C-407E-A947-70E740481C1C}">
                <a14:useLocalDpi xmlns:a14="http://schemas.microsoft.com/office/drawing/2010/main"/>
              </a:ext>
            </a:extLst>
          </a:blip>
          <a:srcRect l="77" r="77"/>
          <a:stretch/>
        </p:blipFill>
        <p:spPr/>
      </p:pic>
      <p:pic>
        <p:nvPicPr>
          <p:cNvPr id="2" name="Bildplatzhalter 1"/>
          <p:cNvPicPr>
            <a:picLocks noGrp="1" noChangeAspect="1"/>
          </p:cNvPicPr>
          <p:nvPr>
            <p:ph type="pic" sz="quarter" idx="21"/>
          </p:nvPr>
        </p:nvPicPr>
        <p:blipFill>
          <a:blip r:embed="rId6" cstate="email">
            <a:extLst>
              <a:ext uri="{28A0092B-C50C-407E-A947-70E740481C1C}">
                <a14:useLocalDpi xmlns:a14="http://schemas.microsoft.com/office/drawing/2010/main"/>
              </a:ext>
            </a:extLst>
          </a:blip>
          <a:srcRect t="8392" b="8392"/>
          <a:stretch>
            <a:fillRect/>
          </a:stretch>
        </p:blipFill>
        <p:spPr/>
      </p:pic>
      <p:pic>
        <p:nvPicPr>
          <p:cNvPr id="7" name="Bildplatzhalter 6"/>
          <p:cNvPicPr>
            <a:picLocks noGrp="1" noChangeAspect="1"/>
          </p:cNvPicPr>
          <p:nvPr>
            <p:ph type="pic" sz="quarter" idx="22"/>
          </p:nvPr>
        </p:nvPicPr>
        <p:blipFill>
          <a:blip r:embed="rId6" cstate="email">
            <a:extLst>
              <a:ext uri="{28A0092B-C50C-407E-A947-70E740481C1C}">
                <a14:useLocalDpi xmlns:a14="http://schemas.microsoft.com/office/drawing/2010/main"/>
              </a:ext>
            </a:extLst>
          </a:blip>
          <a:srcRect t="2261" b="2261"/>
          <a:stretch>
            <a:fillRect/>
          </a:stretch>
        </p:blipFill>
        <p:spPr/>
      </p:pic>
      <p:pic>
        <p:nvPicPr>
          <p:cNvPr id="3" name="Bildplatzhalter 2"/>
          <p:cNvPicPr>
            <a:picLocks noGrp="1" noChangeAspect="1"/>
          </p:cNvPicPr>
          <p:nvPr>
            <p:ph type="pic" sz="quarter" idx="24"/>
          </p:nvPr>
        </p:nvPicPr>
        <p:blipFill>
          <a:blip r:embed="rId6" cstate="email">
            <a:extLst>
              <a:ext uri="{28A0092B-C50C-407E-A947-70E740481C1C}">
                <a14:useLocalDpi xmlns:a14="http://schemas.microsoft.com/office/drawing/2010/main"/>
              </a:ext>
            </a:extLst>
          </a:blip>
          <a:srcRect t="8392" b="8392"/>
          <a:stretch>
            <a:fillRect/>
          </a:stretch>
        </p:blipFill>
        <p:spPr/>
      </p:pic>
      <p:sp>
        <p:nvSpPr>
          <p:cNvPr id="26" name="Textplatzhalter 25"/>
          <p:cNvSpPr>
            <a:spLocks noGrp="1"/>
          </p:cNvSpPr>
          <p:nvPr>
            <p:ph type="body" sz="quarter" idx="23"/>
          </p:nvPr>
        </p:nvSpPr>
        <p:spPr/>
        <p:txBody>
          <a:bodyPr/>
          <a:lstStyle/>
          <a:p>
            <a:r>
              <a:rPr lang="de-DE" smtClean="0"/>
              <a:t>Bildunterschrift</a:t>
            </a:r>
            <a:endParaRPr lang="de-DE" dirty="0"/>
          </a:p>
        </p:txBody>
      </p:sp>
      <p:cxnSp>
        <p:nvCxnSpPr>
          <p:cNvPr id="53" name="Gerade Verbindung 52"/>
          <p:cNvCxnSpPr/>
          <p:nvPr/>
        </p:nvCxnSpPr>
        <p:spPr>
          <a:xfrm>
            <a:off x="2648582" y="32968777"/>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Gerade Verbindung 67"/>
          <p:cNvCxnSpPr/>
          <p:nvPr/>
        </p:nvCxnSpPr>
        <p:spPr>
          <a:xfrm>
            <a:off x="2648581" y="35244669"/>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6" name="Gerade Verbindung 75"/>
          <p:cNvCxnSpPr/>
          <p:nvPr/>
        </p:nvCxnSpPr>
        <p:spPr>
          <a:xfrm>
            <a:off x="2648581" y="34366025"/>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graphicFrame>
        <p:nvGraphicFramePr>
          <p:cNvPr id="25" name="Tabelle 24"/>
          <p:cNvGraphicFramePr>
            <a:graphicFrameLocks noGrp="1"/>
          </p:cNvGraphicFramePr>
          <p:nvPr>
            <p:extLst>
              <p:ext uri="{D42A27DB-BD31-4B8C-83A1-F6EECF244321}">
                <p14:modId xmlns:p14="http://schemas.microsoft.com/office/powerpoint/2010/main" val="826197206"/>
              </p:ext>
            </p:extLst>
          </p:nvPr>
        </p:nvGraphicFramePr>
        <p:xfrm>
          <a:off x="2178870" y="20396473"/>
          <a:ext cx="15506355" cy="7532567"/>
        </p:xfrm>
        <a:graphic>
          <a:graphicData uri="http://schemas.openxmlformats.org/drawingml/2006/table">
            <a:tbl>
              <a:tblPr firstRow="1" bandRow="1">
                <a:tableStyleId>{5C22544A-7EE6-4342-B048-85BDC9FD1C3A}</a:tableStyleId>
              </a:tblPr>
              <a:tblGrid>
                <a:gridCol w="212632"/>
                <a:gridCol w="4068556"/>
                <a:gridCol w="911289"/>
                <a:gridCol w="1122361"/>
                <a:gridCol w="1122361"/>
                <a:gridCol w="420885"/>
                <a:gridCol w="212632"/>
                <a:gridCol w="4068556"/>
                <a:gridCol w="1122361"/>
                <a:gridCol w="1122361"/>
                <a:gridCol w="1122361"/>
              </a:tblGrid>
              <a:tr h="870249">
                <a:tc>
                  <a:txBody>
                    <a:bodyPr/>
                    <a:lstStyle/>
                    <a:p>
                      <a:r>
                        <a:rPr lang="de-DE" sz="2100" b="0" dirty="0" smtClean="0">
                          <a:solidFill>
                            <a:schemeClr val="accent1"/>
                          </a:solidFill>
                          <a:latin typeface="Arial" panose="020B0604020202020204" pitchFamily="34" charset="0"/>
                          <a:cs typeface="Arial" panose="020B0604020202020204" pitchFamily="34" charset="0"/>
                        </a:rPr>
                        <a:t>»</a:t>
                      </a:r>
                      <a:endParaRPr lang="de-DE" sz="2100" b="0" dirty="0">
                        <a:solidFill>
                          <a:schemeClr val="accent1"/>
                        </a:solidFill>
                        <a:latin typeface="Arial" panose="020B0604020202020204" pitchFamily="34" charset="0"/>
                        <a:cs typeface="Arial" panose="020B0604020202020204" pitchFamily="34" charset="0"/>
                      </a:endParaRPr>
                    </a:p>
                  </a:txBody>
                  <a:tcPr marL="0" marR="92142" marT="47588" marB="475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dirty="0" smtClean="0">
                          <a:solidFill>
                            <a:schemeClr val="accent1"/>
                          </a:solidFill>
                          <a:latin typeface="Arial" panose="020B0604020202020204" pitchFamily="34" charset="0"/>
                          <a:cs typeface="Arial" panose="020B0604020202020204" pitchFamily="34" charset="0"/>
                        </a:rPr>
                        <a:t>Region EU 27</a:t>
                      </a:r>
                    </a:p>
                    <a:p>
                      <a:r>
                        <a:rPr lang="de-DE" sz="2100" b="0" dirty="0" smtClean="0">
                          <a:solidFill>
                            <a:schemeClr val="tx1"/>
                          </a:solidFill>
                          <a:latin typeface="Arial" panose="020B0604020202020204" pitchFamily="34" charset="0"/>
                          <a:cs typeface="Arial" panose="020B0604020202020204" pitchFamily="34" charset="0"/>
                        </a:rPr>
                        <a:t>potential in Mm3</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2010</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2020</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2030</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4176431" rtl="0" eaLnBrk="1" fontAlgn="auto" latinLnBrk="0" hangingPunct="1">
                        <a:lnSpc>
                          <a:spcPct val="100000"/>
                        </a:lnSpc>
                        <a:spcBef>
                          <a:spcPts val="0"/>
                        </a:spcBef>
                        <a:spcAft>
                          <a:spcPts val="0"/>
                        </a:spcAft>
                        <a:buClrTx/>
                        <a:buSzTx/>
                        <a:buFontTx/>
                        <a:buNone/>
                        <a:tabLst/>
                        <a:defRPr/>
                      </a:pPr>
                      <a:r>
                        <a:rPr lang="de-DE" sz="2100" b="0" dirty="0" smtClean="0">
                          <a:solidFill>
                            <a:schemeClr val="accent1"/>
                          </a:solidFill>
                          <a:latin typeface="Arial" panose="020B0604020202020204" pitchFamily="34" charset="0"/>
                          <a:cs typeface="Arial" panose="020B0604020202020204" pitchFamily="34" charset="0"/>
                        </a:rPr>
                        <a:t>»</a:t>
                      </a:r>
                    </a:p>
                    <a:p>
                      <a:endParaRPr lang="de-DE" sz="2100" b="0" dirty="0">
                        <a:solidFill>
                          <a:schemeClr val="tx1"/>
                        </a:solidFill>
                        <a:latin typeface="Arial" panose="020B0604020202020204" pitchFamily="34" charset="0"/>
                        <a:cs typeface="Arial" panose="020B0604020202020204" pitchFamily="34" charset="0"/>
                      </a:endParaRPr>
                    </a:p>
                  </a:txBody>
                  <a:tcPr marL="0"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smtClean="0">
                          <a:solidFill>
                            <a:schemeClr val="accent1"/>
                          </a:solidFill>
                          <a:latin typeface="Arial" panose="020B0604020202020204" pitchFamily="34" charset="0"/>
                          <a:ea typeface="+mn-ea"/>
                          <a:cs typeface="Arial" panose="020B0604020202020204" pitchFamily="34" charset="0"/>
                        </a:rPr>
                        <a:t>IPCC Scenario: A1</a:t>
                      </a:r>
                    </a:p>
                    <a:p>
                      <a:r>
                        <a:rPr lang="de-DE" sz="2100" b="0" i="0" u="none" strike="noStrike" kern="1200" baseline="0" dirty="0" err="1" smtClean="0">
                          <a:solidFill>
                            <a:schemeClr val="tx1"/>
                          </a:solidFill>
                          <a:latin typeface="Arial" panose="020B0604020202020204" pitchFamily="34" charset="0"/>
                          <a:ea typeface="+mn-ea"/>
                          <a:cs typeface="Arial" panose="020B0604020202020204" pitchFamily="34" charset="0"/>
                        </a:rPr>
                        <a:t>demand</a:t>
                      </a:r>
                      <a:r>
                        <a:rPr lang="de-DE" sz="2100" b="0" i="0" u="none" strike="noStrike" kern="1200" baseline="0" dirty="0" smtClean="0">
                          <a:solidFill>
                            <a:schemeClr val="tx1"/>
                          </a:solidFill>
                          <a:latin typeface="Arial" panose="020B0604020202020204" pitchFamily="34" charset="0"/>
                          <a:ea typeface="+mn-ea"/>
                          <a:cs typeface="Arial" panose="020B0604020202020204" pitchFamily="34" charset="0"/>
                        </a:rPr>
                        <a:t> in Mm3</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2010</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2020</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2030</a:t>
                      </a:r>
                      <a:endParaRPr lang="de-DE" sz="2100" b="0" dirty="0">
                        <a:solidFill>
                          <a:schemeClr val="tx1"/>
                        </a:solidFill>
                        <a:latin typeface="Arial" panose="020B0604020202020204" pitchFamily="34" charset="0"/>
                        <a:cs typeface="Arial" panose="020B0604020202020204" pitchFamily="34" charset="0"/>
                      </a:endParaRPr>
                    </a:p>
                  </a:txBody>
                  <a:tcPr marL="92142" marR="92142" marT="47588" marB="109819"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smtClean="0">
                          <a:solidFill>
                            <a:schemeClr val="dk1"/>
                          </a:solidFill>
                          <a:latin typeface="Arial" panose="020B0604020202020204" pitchFamily="34" charset="0"/>
                          <a:ea typeface="+mn-ea"/>
                          <a:cs typeface="Arial" panose="020B0604020202020204" pitchFamily="34" charset="0"/>
                        </a:rPr>
                        <a:t>stemwood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smtClean="0">
                          <a:solidFill>
                            <a:schemeClr val="dk1"/>
                          </a:solidFill>
                          <a:latin typeface="Arial" panose="020B0604020202020204" pitchFamily="34" charset="0"/>
                          <a:ea typeface="+mn-ea"/>
                          <a:cs typeface="Arial" panose="020B0604020202020204" pitchFamily="34" charset="0"/>
                        </a:rPr>
                        <a:t>stemwood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smtClean="0">
                          <a:solidFill>
                            <a:schemeClr val="dk1"/>
                          </a:solidFill>
                          <a:latin typeface="Arial" panose="020B0604020202020204" pitchFamily="34" charset="0"/>
                          <a:ea typeface="+mn-ea"/>
                          <a:cs typeface="Arial" panose="020B0604020202020204" pitchFamily="34" charset="0"/>
                        </a:rPr>
                        <a:t>stemwood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100" b="0" i="0" u="none" strike="noStrike" kern="1200" baseline="0" dirty="0" err="1" smtClean="0">
                          <a:solidFill>
                            <a:schemeClr val="dk1"/>
                          </a:solidFill>
                          <a:latin typeface="Arial" panose="020B0604020202020204" pitchFamily="34" charset="0"/>
                          <a:ea typeface="+mn-ea"/>
                          <a:cs typeface="Arial" panose="020B0604020202020204" pitchFamily="34" charset="0"/>
                        </a:rPr>
                        <a:t>landsc</a:t>
                      </a:r>
                      <a:r>
                        <a:rPr lang="en-US" sz="2100" b="0" i="0" u="none" strike="noStrike" kern="1200" baseline="0" dirty="0" smtClean="0">
                          <a:solidFill>
                            <a:schemeClr val="dk1"/>
                          </a:solidFill>
                          <a:latin typeface="Arial" panose="020B0604020202020204" pitchFamily="34" charset="0"/>
                          <a:ea typeface="+mn-ea"/>
                          <a:cs typeface="Arial" panose="020B0604020202020204" pitchFamily="34" charset="0"/>
                        </a:rPr>
                        <a:t>. care wood (USE)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4176431" rtl="0" eaLnBrk="1" fontAlgn="auto" latinLnBrk="0" hangingPunct="1">
                        <a:lnSpc>
                          <a:spcPct val="100000"/>
                        </a:lnSpc>
                        <a:spcBef>
                          <a:spcPts val="0"/>
                        </a:spcBef>
                        <a:spcAft>
                          <a:spcPts val="0"/>
                        </a:spcAft>
                        <a:buClrTx/>
                        <a:buSzTx/>
                        <a:buFontTx/>
                        <a:buNone/>
                        <a:tabLst/>
                        <a:defRPr/>
                      </a:pPr>
                      <a:r>
                        <a:rPr lang="de-DE" sz="2100" b="0" dirty="0" smtClean="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4176431" rtl="0" eaLnBrk="1" fontAlgn="auto" latinLnBrk="0" hangingPunct="1">
                        <a:lnSpc>
                          <a:spcPct val="100000"/>
                        </a:lnSpc>
                        <a:spcBef>
                          <a:spcPts val="0"/>
                        </a:spcBef>
                        <a:spcAft>
                          <a:spcPts val="0"/>
                        </a:spcAft>
                        <a:buClrTx/>
                        <a:buSzTx/>
                        <a:buFontTx/>
                        <a:buNone/>
                        <a:tabLst/>
                        <a:defRPr/>
                      </a:pPr>
                      <a:r>
                        <a:rPr lang="de-DE" sz="2100" b="0" dirty="0" smtClean="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4176431" rtl="0" eaLnBrk="1" fontAlgn="auto" latinLnBrk="0" hangingPunct="1">
                        <a:lnSpc>
                          <a:spcPct val="100000"/>
                        </a:lnSpc>
                        <a:spcBef>
                          <a:spcPts val="0"/>
                        </a:spcBef>
                        <a:spcAft>
                          <a:spcPts val="0"/>
                        </a:spcAft>
                        <a:buClrTx/>
                        <a:buSzTx/>
                        <a:buFontTx/>
                        <a:buNone/>
                        <a:tabLst/>
                        <a:defRPr/>
                      </a:pPr>
                      <a:r>
                        <a:rPr lang="de-DE" sz="2100" b="0" dirty="0" smtClean="0">
                          <a:solidFill>
                            <a:schemeClr val="tx1"/>
                          </a:solidFill>
                          <a:latin typeface="Arial" panose="020B0604020202020204" pitchFamily="34" charset="0"/>
                          <a:cs typeface="Arial" panose="020B0604020202020204" pitchFamily="34" charset="0"/>
                        </a:rPr>
                        <a:t>100,0</a:t>
                      </a: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dirty="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dirty="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en-US" sz="2100" b="0" i="0" u="none" strike="noStrike" kern="1200" baseline="0" dirty="0" err="1" smtClean="0">
                          <a:solidFill>
                            <a:schemeClr val="dk1"/>
                          </a:solidFill>
                          <a:latin typeface="Arial" panose="020B0604020202020204" pitchFamily="34" charset="0"/>
                          <a:ea typeface="+mn-ea"/>
                          <a:cs typeface="Arial" panose="020B0604020202020204" pitchFamily="34" charset="0"/>
                        </a:rPr>
                        <a:t>landsc</a:t>
                      </a:r>
                      <a:r>
                        <a:rPr lang="en-US" sz="2100" b="0" i="0" u="none" strike="noStrike" kern="1200" baseline="0" dirty="0" smtClean="0">
                          <a:solidFill>
                            <a:schemeClr val="dk1"/>
                          </a:solidFill>
                          <a:latin typeface="Arial" panose="020B0604020202020204" pitchFamily="34" charset="0"/>
                          <a:ea typeface="+mn-ea"/>
                          <a:cs typeface="Arial" panose="020B0604020202020204" pitchFamily="34" charset="0"/>
                        </a:rPr>
                        <a:t>. care wood (USE)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dirty="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de-DE" sz="2100" b="0">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100" b="0" i="0" u="none" strike="noStrike" kern="1200" baseline="0" dirty="0" err="1" smtClean="0">
                          <a:solidFill>
                            <a:schemeClr val="dk1"/>
                          </a:solidFill>
                          <a:latin typeface="Arial" panose="020B0604020202020204" pitchFamily="34" charset="0"/>
                          <a:ea typeface="+mn-ea"/>
                          <a:cs typeface="Arial" panose="020B0604020202020204" pitchFamily="34" charset="0"/>
                        </a:rPr>
                        <a:t>stemwood</a:t>
                      </a:r>
                      <a:r>
                        <a:rPr lang="de-DE" sz="2100" b="0" i="0" u="none" strike="noStrike" kern="1200" baseline="0" dirty="0" smtClean="0">
                          <a:solidFill>
                            <a:schemeClr val="dk1"/>
                          </a:solidFill>
                          <a:latin typeface="Arial" panose="020B0604020202020204" pitchFamily="34" charset="0"/>
                          <a:ea typeface="+mn-ea"/>
                          <a:cs typeface="Arial" panose="020B0604020202020204" pitchFamily="34" charset="0"/>
                        </a:rPr>
                        <a:t> NC, ME</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de-DE" sz="2100" b="0" dirty="0" smtClean="0">
                          <a:solidFill>
                            <a:schemeClr val="tx1"/>
                          </a:solidFill>
                          <a:latin typeface="Arial" panose="020B0604020202020204" pitchFamily="34" charset="0"/>
                          <a:cs typeface="Arial" panose="020B0604020202020204" pitchFamily="34" charset="0"/>
                        </a:rPr>
                        <a:t>100,0</a:t>
                      </a:r>
                      <a:endParaRPr lang="de-DE" sz="2100" b="0"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2486">
                <a:tc>
                  <a:txBody>
                    <a:bodyPr/>
                    <a:lstStyle/>
                    <a:p>
                      <a:endParaRPr lang="de-DE" sz="2100" b="0">
                        <a:solidFill>
                          <a:schemeClr val="tx1"/>
                        </a:solidFill>
                      </a:endParaRPr>
                    </a:p>
                  </a:txBody>
                  <a:tcPr marL="93616" marR="93616" marT="46489" marB="4648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r>
                        <a:rPr lang="de-DE" sz="2100" b="1" i="0" u="none" strike="noStrike" kern="1200" baseline="0" dirty="0" smtClean="0">
                          <a:solidFill>
                            <a:schemeClr val="dk1"/>
                          </a:solidFill>
                          <a:latin typeface="Arial" panose="020B0604020202020204" pitchFamily="34" charset="0"/>
                          <a:ea typeface="+mn-ea"/>
                          <a:cs typeface="Arial" panose="020B0604020202020204" pitchFamily="34" charset="0"/>
                        </a:rPr>
                        <a:t>total</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smtClean="0">
                          <a:solidFill>
                            <a:schemeClr val="tx1"/>
                          </a:solidFill>
                          <a:latin typeface="Arial" panose="020B0604020202020204" pitchFamily="34" charset="0"/>
                          <a:cs typeface="Arial" panose="020B0604020202020204" pitchFamily="34" charset="0"/>
                        </a:rPr>
                        <a:t>100,0</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smtClean="0">
                          <a:solidFill>
                            <a:schemeClr val="tx1"/>
                          </a:solidFill>
                          <a:latin typeface="Arial" panose="020B0604020202020204" pitchFamily="34" charset="0"/>
                          <a:cs typeface="Arial" panose="020B0604020202020204" pitchFamily="34" charset="0"/>
                        </a:rPr>
                        <a:t>100,0</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smtClean="0">
                          <a:solidFill>
                            <a:schemeClr val="tx1"/>
                          </a:solidFill>
                          <a:latin typeface="Arial" panose="020B0604020202020204" pitchFamily="34" charset="0"/>
                          <a:cs typeface="Arial" panose="020B0604020202020204" pitchFamily="34" charset="0"/>
                        </a:rPr>
                        <a:t>100,0</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de-DE" sz="2100" b="1">
                        <a:solidFill>
                          <a:schemeClr val="tx1"/>
                        </a:solidFill>
                      </a:endParaRPr>
                    </a:p>
                  </a:txBody>
                  <a:tcPr marL="93616" marR="93616" marT="46489" marB="4648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2100" b="1" dirty="0">
                        <a:solidFill>
                          <a:schemeClr val="tx1"/>
                        </a:solidFill>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r>
                        <a:rPr lang="de-DE" sz="2100" b="1" dirty="0" smtClean="0">
                          <a:solidFill>
                            <a:schemeClr val="tx1"/>
                          </a:solidFill>
                          <a:latin typeface="Arial" panose="020B0604020202020204" pitchFamily="34" charset="0"/>
                          <a:cs typeface="Arial" panose="020B0604020202020204" pitchFamily="34" charset="0"/>
                        </a:rPr>
                        <a:t>total</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smtClean="0">
                          <a:solidFill>
                            <a:schemeClr val="tx1"/>
                          </a:solidFill>
                          <a:latin typeface="Arial" panose="020B0604020202020204" pitchFamily="34" charset="0"/>
                          <a:cs typeface="Arial" panose="020B0604020202020204" pitchFamily="34" charset="0"/>
                        </a:rPr>
                        <a:t>100,0</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smtClean="0">
                          <a:solidFill>
                            <a:schemeClr val="tx1"/>
                          </a:solidFill>
                          <a:latin typeface="Arial" panose="020B0604020202020204" pitchFamily="34" charset="0"/>
                          <a:cs typeface="Arial" panose="020B0604020202020204" pitchFamily="34" charset="0"/>
                        </a:rPr>
                        <a:t>100,0</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r"/>
                      <a:r>
                        <a:rPr lang="de-DE" sz="2100" b="1" dirty="0" smtClean="0">
                          <a:solidFill>
                            <a:schemeClr val="tx1"/>
                          </a:solidFill>
                          <a:latin typeface="Arial" panose="020B0604020202020204" pitchFamily="34" charset="0"/>
                          <a:cs typeface="Arial" panose="020B0604020202020204" pitchFamily="34" charset="0"/>
                        </a:rPr>
                        <a:t>100,0</a:t>
                      </a:r>
                      <a:endParaRPr lang="de-DE" sz="2100" b="1" dirty="0">
                        <a:solidFill>
                          <a:schemeClr val="tx1"/>
                        </a:solidFill>
                        <a:latin typeface="Arial" panose="020B0604020202020204" pitchFamily="34" charset="0"/>
                        <a:cs typeface="Arial" panose="020B0604020202020204" pitchFamily="34" charset="0"/>
                      </a:endParaRPr>
                    </a:p>
                  </a:txBody>
                  <a:tcPr marL="93616" marR="93616" marT="46489" marB="4648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r>
            </a:tbl>
          </a:graphicData>
        </a:graphic>
      </p:graphicFrame>
      <p:cxnSp>
        <p:nvCxnSpPr>
          <p:cNvPr id="63" name="Gerade Verbindung 62"/>
          <p:cNvCxnSpPr/>
          <p:nvPr/>
        </p:nvCxnSpPr>
        <p:spPr>
          <a:xfrm>
            <a:off x="21827933" y="14608403"/>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4" name="Gerade Verbindung 63"/>
          <p:cNvCxnSpPr/>
          <p:nvPr/>
        </p:nvCxnSpPr>
        <p:spPr>
          <a:xfrm>
            <a:off x="21827933" y="13417507"/>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5" name="Gerade Verbindung 64"/>
          <p:cNvCxnSpPr/>
          <p:nvPr/>
        </p:nvCxnSpPr>
        <p:spPr>
          <a:xfrm>
            <a:off x="21827933" y="15394456"/>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41" name="Gerade Verbindung 40"/>
          <p:cNvCxnSpPr/>
          <p:nvPr/>
        </p:nvCxnSpPr>
        <p:spPr>
          <a:xfrm>
            <a:off x="21827933" y="317017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Gerade Verbindung 41"/>
          <p:cNvCxnSpPr/>
          <p:nvPr/>
        </p:nvCxnSpPr>
        <p:spPr>
          <a:xfrm>
            <a:off x="21827933" y="335019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3" name="Gruppieren 42"/>
          <p:cNvGrpSpPr/>
          <p:nvPr/>
        </p:nvGrpSpPr>
        <p:grpSpPr>
          <a:xfrm>
            <a:off x="20267998" y="7951853"/>
            <a:ext cx="10476000" cy="1283380"/>
            <a:chOff x="20267998" y="7951853"/>
            <a:chExt cx="10476000" cy="1283380"/>
          </a:xfrm>
        </p:grpSpPr>
        <p:pic>
          <p:nvPicPr>
            <p:cNvPr id="51"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795185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2" name="Textfeld 51"/>
            <p:cNvSpPr txBox="1"/>
            <p:nvPr/>
          </p:nvSpPr>
          <p:spPr>
            <a:xfrm>
              <a:off x="20396894" y="8460377"/>
              <a:ext cx="936104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Zielsetzung</a:t>
              </a:r>
            </a:p>
          </p:txBody>
        </p:sp>
      </p:grpSp>
      <p:grpSp>
        <p:nvGrpSpPr>
          <p:cNvPr id="54" name="Gruppieren 53"/>
          <p:cNvGrpSpPr/>
          <p:nvPr/>
        </p:nvGrpSpPr>
        <p:grpSpPr>
          <a:xfrm>
            <a:off x="20267998" y="16652057"/>
            <a:ext cx="10476000" cy="1283380"/>
            <a:chOff x="20267998" y="16652057"/>
            <a:chExt cx="10476000" cy="1283380"/>
          </a:xfrm>
        </p:grpSpPr>
        <p:pic>
          <p:nvPicPr>
            <p:cNvPr id="55"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7998" y="16652057"/>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6" name="Textfeld 55"/>
            <p:cNvSpPr txBox="1"/>
            <p:nvPr/>
          </p:nvSpPr>
          <p:spPr>
            <a:xfrm>
              <a:off x="20397337" y="17149997"/>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Ausblick</a:t>
              </a:r>
            </a:p>
          </p:txBody>
        </p:sp>
      </p:grpSp>
      <p:grpSp>
        <p:nvGrpSpPr>
          <p:cNvPr id="57" name="Gruppieren 56"/>
          <p:cNvGrpSpPr/>
          <p:nvPr/>
        </p:nvGrpSpPr>
        <p:grpSpPr>
          <a:xfrm>
            <a:off x="20268000" y="22196673"/>
            <a:ext cx="10476000" cy="1283380"/>
            <a:chOff x="20268000" y="22196673"/>
            <a:chExt cx="10476000" cy="1283380"/>
          </a:xfrm>
        </p:grpSpPr>
        <p:pic>
          <p:nvPicPr>
            <p:cNvPr id="58" name="Picture 2"/>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59" name="Textfeld 58"/>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smtClean="0">
                  <a:solidFill>
                    <a:schemeClr val="bg1"/>
                  </a:solidFill>
                  <a:latin typeface="Georgia" panose="02040502050405020303" pitchFamily="18" charset="0"/>
                </a:rPr>
                <a:t>Kooperative Partner</a:t>
              </a:r>
              <a:endParaRPr lang="de-DE" sz="4100" dirty="0">
                <a:solidFill>
                  <a:schemeClr val="bg1"/>
                </a:solidFill>
                <a:latin typeface="Georgia" panose="02040502050405020303" pitchFamily="18" charset="0"/>
              </a:endParaRPr>
            </a:p>
          </p:txBody>
        </p:sp>
      </p:grpSp>
      <p:sp>
        <p:nvSpPr>
          <p:cNvPr id="60" name="Textfeld 59"/>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smtClean="0">
                <a:solidFill>
                  <a:srgbClr val="FFFFFF"/>
                </a:solidFill>
                <a:latin typeface="Arial" panose="020B0604020202020204" pitchFamily="34" charset="0"/>
                <a:cs typeface="Arial" panose="020B0604020202020204" pitchFamily="34" charset="0"/>
              </a:rPr>
              <a:t>Musterstraße 1, 12345 Musterstadt</a:t>
            </a:r>
          </a:p>
          <a:p>
            <a:pPr algn="l">
              <a:lnSpc>
                <a:spcPts val="3300"/>
              </a:lnSpc>
            </a:pPr>
            <a:r>
              <a:rPr lang="de-DE" sz="2600" b="0" dirty="0" smtClean="0">
                <a:solidFill>
                  <a:srgbClr val="FFFFFF"/>
                </a:solidFill>
                <a:latin typeface="Arial" panose="020B0604020202020204" pitchFamily="34" charset="0"/>
                <a:cs typeface="Arial" panose="020B0604020202020204" pitchFamily="34" charset="0"/>
              </a:rPr>
              <a:t>+49 711</a:t>
            </a:r>
            <a:r>
              <a:rPr lang="de-DE" sz="2600" b="0" baseline="0" dirty="0" smtClean="0">
                <a:solidFill>
                  <a:srgbClr val="FFFFFF"/>
                </a:solidFill>
                <a:latin typeface="Arial" panose="020B0604020202020204" pitchFamily="34" charset="0"/>
                <a:cs typeface="Arial" panose="020B0604020202020204" pitchFamily="34" charset="0"/>
              </a:rPr>
              <a:t> 320 660-xx, email@dhbw.de</a:t>
            </a:r>
          </a:p>
          <a:p>
            <a:pPr algn="l">
              <a:lnSpc>
                <a:spcPts val="3300"/>
              </a:lnSpc>
            </a:pPr>
            <a:r>
              <a:rPr lang="de-DE" sz="2600" b="0" baseline="0" dirty="0" smtClean="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sp>
        <p:nvSpPr>
          <p:cNvPr id="61" name="Textfeld 60"/>
          <p:cNvSpPr txBox="1"/>
          <p:nvPr/>
        </p:nvSpPr>
        <p:spPr>
          <a:xfrm>
            <a:off x="20396894" y="28605385"/>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Quellen</a:t>
            </a:r>
          </a:p>
        </p:txBody>
      </p:sp>
      <p:pic>
        <p:nvPicPr>
          <p:cNvPr id="36" name="Bildplatzhalter 1"/>
          <p:cNvPicPr>
            <a:picLocks noGrp="1" noChangeAspect="1"/>
          </p:cNvPicPr>
          <p:nvPr/>
        </p:nvPicPr>
        <p:blipFill>
          <a:blip r:embed="rId8">
            <a:extLst>
              <a:ext uri="{28A0092B-C50C-407E-A947-70E740481C1C}">
                <a14:useLocalDpi xmlns:a14="http://schemas.microsoft.com/office/drawing/2010/main" val="0"/>
              </a:ext>
            </a:extLst>
          </a:blip>
          <a:srcRect t="22678" b="22678"/>
          <a:stretch>
            <a:fillRect/>
          </a:stretch>
        </p:blipFill>
        <p:spPr>
          <a:xfrm>
            <a:off x="20518862" y="954313"/>
            <a:ext cx="10225136" cy="4657547"/>
          </a:xfrm>
          <a:prstGeom prst="rect">
            <a:avLst/>
          </a:prstGeom>
          <a:solidFill>
            <a:schemeClr val="bg1"/>
          </a:solidFill>
        </p:spPr>
      </p:pic>
    </p:spTree>
    <p:extLst>
      <p:ext uri="{BB962C8B-B14F-4D97-AF65-F5344CB8AC3E}">
        <p14:creationId xmlns:p14="http://schemas.microsoft.com/office/powerpoint/2010/main" val="22300466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uppieren 23"/>
          <p:cNvGrpSpPr/>
          <p:nvPr/>
        </p:nvGrpSpPr>
        <p:grpSpPr>
          <a:xfrm>
            <a:off x="10487969" y="20080558"/>
            <a:ext cx="7236000" cy="4832541"/>
            <a:chOff x="10244138" y="19748078"/>
            <a:chExt cx="7848600" cy="4752528"/>
          </a:xfrm>
        </p:grpSpPr>
        <p:sp>
          <p:nvSpPr>
            <p:cNvPr id="30" name="Rechteck 29"/>
            <p:cNvSpPr/>
            <p:nvPr/>
          </p:nvSpPr>
          <p:spPr>
            <a:xfrm flipV="1">
              <a:off x="10244138" y="20180126"/>
              <a:ext cx="7848600" cy="4320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1" name="Gerade Verbindung 10"/>
            <p:cNvCxnSpPr/>
            <p:nvPr/>
          </p:nvCxnSpPr>
          <p:spPr>
            <a:xfrm flipV="1">
              <a:off x="18092738" y="19748078"/>
              <a:ext cx="0" cy="47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 Verbindung 12"/>
            <p:cNvCxnSpPr/>
            <p:nvPr/>
          </p:nvCxnSpPr>
          <p:spPr>
            <a:xfrm flipH="1" flipV="1">
              <a:off x="10244738" y="24500606"/>
              <a:ext cx="78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Gruppieren 14"/>
          <p:cNvGrpSpPr/>
          <p:nvPr/>
        </p:nvGrpSpPr>
        <p:grpSpPr>
          <a:xfrm>
            <a:off x="2229891" y="20080558"/>
            <a:ext cx="7236000" cy="4832541"/>
            <a:chOff x="2178050" y="19748078"/>
            <a:chExt cx="7641342" cy="4752528"/>
          </a:xfrm>
        </p:grpSpPr>
        <p:sp>
          <p:nvSpPr>
            <p:cNvPr id="9" name="Rechteck 8"/>
            <p:cNvSpPr/>
            <p:nvPr/>
          </p:nvSpPr>
          <p:spPr>
            <a:xfrm flipV="1">
              <a:off x="2178050" y="20180126"/>
              <a:ext cx="7632700" cy="4320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5" name="Gerade Verbindung 34"/>
            <p:cNvCxnSpPr/>
            <p:nvPr/>
          </p:nvCxnSpPr>
          <p:spPr>
            <a:xfrm flipV="1">
              <a:off x="9810750" y="19748078"/>
              <a:ext cx="0" cy="47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p:nvCxnSpPr>
          <p:spPr>
            <a:xfrm flipV="1">
              <a:off x="2187392" y="24500606"/>
              <a:ext cx="76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uppieren 30"/>
          <p:cNvGrpSpPr/>
          <p:nvPr/>
        </p:nvGrpSpPr>
        <p:grpSpPr>
          <a:xfrm>
            <a:off x="10487969" y="25498081"/>
            <a:ext cx="7236000" cy="4832541"/>
            <a:chOff x="10244138" y="25075902"/>
            <a:chExt cx="7848600" cy="4752528"/>
          </a:xfrm>
        </p:grpSpPr>
        <p:sp>
          <p:nvSpPr>
            <p:cNvPr id="45" name="Rechteck 44"/>
            <p:cNvSpPr/>
            <p:nvPr/>
          </p:nvSpPr>
          <p:spPr>
            <a:xfrm flipV="1">
              <a:off x="10244138" y="25507950"/>
              <a:ext cx="7848600" cy="4320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6" name="Gerade Verbindung 45"/>
            <p:cNvCxnSpPr/>
            <p:nvPr/>
          </p:nvCxnSpPr>
          <p:spPr>
            <a:xfrm flipV="1">
              <a:off x="18092738" y="25075902"/>
              <a:ext cx="0" cy="47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 Verbindung 46"/>
            <p:cNvCxnSpPr/>
            <p:nvPr/>
          </p:nvCxnSpPr>
          <p:spPr>
            <a:xfrm flipH="1" flipV="1">
              <a:off x="10244738" y="29828430"/>
              <a:ext cx="78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p:nvGrpSpPr>
        <p:grpSpPr>
          <a:xfrm>
            <a:off x="2229891" y="25498081"/>
            <a:ext cx="7236000" cy="4832541"/>
            <a:chOff x="2178050" y="25075902"/>
            <a:chExt cx="7641342" cy="4752528"/>
          </a:xfrm>
        </p:grpSpPr>
        <p:sp>
          <p:nvSpPr>
            <p:cNvPr id="49" name="Rechteck 48"/>
            <p:cNvSpPr/>
            <p:nvPr/>
          </p:nvSpPr>
          <p:spPr>
            <a:xfrm flipV="1">
              <a:off x="2178050" y="25507950"/>
              <a:ext cx="7632700" cy="4320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0" name="Gerade Verbindung 49"/>
            <p:cNvCxnSpPr/>
            <p:nvPr/>
          </p:nvCxnSpPr>
          <p:spPr>
            <a:xfrm flipV="1">
              <a:off x="9810750" y="25075902"/>
              <a:ext cx="0" cy="47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Gerade Verbindung 50"/>
            <p:cNvCxnSpPr/>
            <p:nvPr/>
          </p:nvCxnSpPr>
          <p:spPr>
            <a:xfrm flipV="1">
              <a:off x="2187392" y="29828430"/>
              <a:ext cx="76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el 3"/>
          <p:cNvSpPr>
            <a:spLocks noGrp="1"/>
          </p:cNvSpPr>
          <p:nvPr>
            <p:ph type="title"/>
          </p:nvPr>
        </p:nvSpPr>
        <p:spPr/>
        <p:txBody>
          <a:bodyPr/>
          <a:lstStyle/>
          <a:p>
            <a:r>
              <a:rPr lang="pt-BR" smtClean="0"/>
              <a:t>Titel: Musterseite mit Bild, </a:t>
            </a:r>
            <a:br>
              <a:rPr lang="pt-BR" smtClean="0"/>
            </a:br>
            <a:r>
              <a:rPr lang="pt-BR" smtClean="0"/>
              <a:t>Aufzählung und Diagrammen</a:t>
            </a:r>
            <a:endParaRPr lang="de-DE" dirty="0"/>
          </a:p>
        </p:txBody>
      </p:sp>
      <p:sp>
        <p:nvSpPr>
          <p:cNvPr id="5" name="Inhaltsplatzhalter 4"/>
          <p:cNvSpPr>
            <a:spLocks noGrp="1"/>
          </p:cNvSpPr>
          <p:nvPr>
            <p:ph idx="1"/>
          </p:nvPr>
        </p:nvSpPr>
        <p:spPr>
          <a:xfrm>
            <a:off x="1854000" y="9365464"/>
            <a:ext cx="16308000" cy="28869098"/>
          </a:xfrm>
        </p:spPr>
        <p:txBody>
          <a:bodyPr/>
          <a:lstStyle/>
          <a:p>
            <a:r>
              <a:rPr lang="de-DE" dirty="0"/>
              <a:t>Projektziel ist die Entwicklung eines elektrischen Antriebs für ein einsitziges Hochleistungssegelflugzeug (ASG 29). Gegenüber klassischen Applikationen elektrischer Antriebe besteht die Herausforderung darin, eine möglichst große Steigrate bei möglichst geringer Masse in einem sehr beschränkten Bauraum zu erreichen. Gleichzeitig sind die verschiedenen </a:t>
            </a:r>
            <a:r>
              <a:rPr lang="de-DE" dirty="0" smtClean="0"/>
              <a:t> Anforderungen </a:t>
            </a:r>
            <a:r>
              <a:rPr lang="de-DE" dirty="0"/>
              <a:t>und</a:t>
            </a:r>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r>
              <a:rPr lang="de-DE" b="1" dirty="0" err="1" smtClean="0"/>
              <a:t>Zwischenhead</a:t>
            </a:r>
            <a:endParaRPr lang="de-DE" b="1" dirty="0" smtClean="0"/>
          </a:p>
          <a:p>
            <a:r>
              <a:rPr lang="de-DE" dirty="0" smtClean="0"/>
              <a:t>Temperaturbereich, Anforderungen und Randbedingungen zu beachten, die sich bei dem Einbau in ein manntragendes Luftfahrzeug ergeben.</a:t>
            </a:r>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endParaRPr lang="de-DE" dirty="0" smtClean="0"/>
          </a:p>
          <a:p>
            <a:r>
              <a:rPr lang="de-DE" b="1" dirty="0" err="1" smtClean="0"/>
              <a:t>Zwischenhead</a:t>
            </a:r>
            <a:endParaRPr lang="de-DE" b="1" dirty="0" smtClean="0"/>
          </a:p>
          <a:p>
            <a:r>
              <a:rPr lang="de-DE" dirty="0" smtClean="0"/>
              <a:t>zu beachten, die sich bei dem Einbau in ein manntragendes Luftfahrzeug ergeben (Sicherheitsanforderungen, großer Temperaturbereich, ...)</a:t>
            </a:r>
          </a:p>
          <a:p>
            <a:pPr lvl="1"/>
            <a:r>
              <a:rPr lang="de-DE" dirty="0" smtClean="0"/>
              <a:t>Zweite Textebene: Aufzählungszeichen und Einzug ab der zweiten Zeile:</a:t>
            </a:r>
            <a:br>
              <a:rPr lang="de-DE" dirty="0" smtClean="0"/>
            </a:br>
            <a:r>
              <a:rPr lang="de-DE" dirty="0" smtClean="0"/>
              <a:t>zur zweiten Textebene gelangt man durch Klick auf „Einzug vergrößern“. </a:t>
            </a:r>
          </a:p>
          <a:p>
            <a:pPr lvl="1"/>
            <a:r>
              <a:rPr lang="de-DE" dirty="0" smtClean="0"/>
              <a:t>Nur </a:t>
            </a:r>
            <a:r>
              <a:rPr lang="de-DE" dirty="0"/>
              <a:t>über diese Funktion ist das richtige Aufzählungszeichen + Abstand gewährleistet </a:t>
            </a:r>
          </a:p>
          <a:p>
            <a:pPr lvl="1"/>
            <a:r>
              <a:rPr lang="de-DE" dirty="0"/>
              <a:t>Die Linien zwischen den Aufzählungszeichen werden manuell gesetzt</a:t>
            </a:r>
          </a:p>
          <a:p>
            <a:endParaRPr lang="de-DE" dirty="0" smtClean="0"/>
          </a:p>
        </p:txBody>
      </p:sp>
      <p:sp>
        <p:nvSpPr>
          <p:cNvPr id="6" name="Textplatzhalter 5"/>
          <p:cNvSpPr>
            <a:spLocks noGrp="1"/>
          </p:cNvSpPr>
          <p:nvPr>
            <p:ph type="body" sz="quarter" idx="13"/>
          </p:nvPr>
        </p:nvSpPr>
        <p:spPr/>
        <p:txBody>
          <a:bodyPr/>
          <a:lstStyle/>
          <a:p>
            <a:r>
              <a:rPr lang="de-DE" smtClean="0"/>
              <a:t>Name, Studiengang</a:t>
            </a:r>
            <a:endParaRPr lang="de-DE" dirty="0"/>
          </a:p>
        </p:txBody>
      </p:sp>
      <p:sp>
        <p:nvSpPr>
          <p:cNvPr id="17" name="Textplatzhalter 16"/>
          <p:cNvSpPr>
            <a:spLocks noGrp="1"/>
          </p:cNvSpPr>
          <p:nvPr>
            <p:ph type="body" sz="quarter" idx="14"/>
          </p:nvPr>
        </p:nvSpPr>
        <p:spPr/>
        <p:txBody>
          <a:bodyPr/>
          <a:lstStyle/>
          <a:p>
            <a:r>
              <a:rPr lang="de-DE" dirty="0"/>
              <a:t>Erste Textebene: Fließtext ohne Einrückung ab der zweiten Zeile. Projektziel ist die Entwicklung eines elektrischen Antriebs für ein einsitziges</a:t>
            </a:r>
          </a:p>
          <a:p>
            <a:pPr lvl="1"/>
            <a:r>
              <a:rPr lang="de-DE" dirty="0"/>
              <a:t>Zweite Textebene: Aufzählungszeichen und Einzug ab der zweiten Zeile: zu der zweiten Textebene gelangt man durch Klick auf „Einzug vergrößern“. </a:t>
            </a:r>
          </a:p>
          <a:p>
            <a:pPr lvl="1"/>
            <a:r>
              <a:rPr lang="de-DE" dirty="0"/>
              <a:t>Nur über diese Funktion ist das richtige Aufzählungszeichen + Abstand gewährleistet </a:t>
            </a:r>
          </a:p>
          <a:p>
            <a:pPr lvl="1"/>
            <a:r>
              <a:rPr lang="de-DE" dirty="0"/>
              <a:t>Die Linien werden manuell gesetzt, 1 Pt.</a:t>
            </a:r>
          </a:p>
          <a:p>
            <a:pPr lvl="1"/>
            <a:endParaRPr lang="de-DE" dirty="0"/>
          </a:p>
        </p:txBody>
      </p:sp>
      <p:sp>
        <p:nvSpPr>
          <p:cNvPr id="18" name="Textplatzhalter 17"/>
          <p:cNvSpPr>
            <a:spLocks noGrp="1"/>
          </p:cNvSpPr>
          <p:nvPr>
            <p:ph type="body" sz="quarter" idx="15"/>
          </p:nvPr>
        </p:nvSpPr>
        <p:spPr/>
        <p:txBody>
          <a:bodyPr/>
          <a:lstStyle/>
          <a:p>
            <a:r>
              <a:rPr lang="de-DE" dirty="0"/>
              <a:t>beachten, die sich bei dem Einbau in ein manntragendes sich bei dem Einbau in ein manntragendes Luftfahrzeug ergeben (Sicherheitsanforderungen sich bei dem Einbau in ein manntragendes Luftfahrzeug ergeben. </a:t>
            </a:r>
            <a:r>
              <a:rPr lang="de-DE" dirty="0" err="1"/>
              <a:t>Ehendus</a:t>
            </a:r>
            <a:r>
              <a:rPr lang="de-DE" dirty="0"/>
              <a:t> </a:t>
            </a:r>
            <a:r>
              <a:rPr lang="de-DE" dirty="0" err="1"/>
              <a:t>entiuntius</a:t>
            </a:r>
            <a:r>
              <a:rPr lang="de-DE" dirty="0"/>
              <a:t> </a:t>
            </a:r>
            <a:r>
              <a:rPr lang="de-DE" dirty="0" err="1"/>
              <a:t>repremp</a:t>
            </a:r>
            <a:r>
              <a:rPr lang="de-DE" dirty="0"/>
              <a:t> </a:t>
            </a:r>
            <a:r>
              <a:rPr lang="de-DE" dirty="0" err="1"/>
              <a:t>orerum</a:t>
            </a:r>
            <a:r>
              <a:rPr lang="de-DE" dirty="0"/>
              <a:t> </a:t>
            </a:r>
            <a:r>
              <a:rPr lang="de-DE" dirty="0" err="1"/>
              <a:t>fugiti</a:t>
            </a:r>
            <a:endParaRPr lang="de-DE" dirty="0"/>
          </a:p>
        </p:txBody>
      </p:sp>
      <p:sp>
        <p:nvSpPr>
          <p:cNvPr id="38" name="Textplatzhalter 37"/>
          <p:cNvSpPr>
            <a:spLocks noGrp="1"/>
          </p:cNvSpPr>
          <p:nvPr>
            <p:ph type="body" sz="quarter" idx="20"/>
          </p:nvPr>
        </p:nvSpPr>
        <p:spPr/>
        <p:txBody>
          <a:bodyPr/>
          <a:lstStyle/>
          <a:p>
            <a:pPr>
              <a:lnSpc>
                <a:spcPts val="3671"/>
              </a:lnSpc>
            </a:pPr>
            <a:r>
              <a:rPr lang="de-DE" sz="3000" dirty="0"/>
              <a:t>Hier erste Textebene: Aufzählungspunkt beachten, die sich bei dem Einbau in ein manntragendes sich bei dem Einbau in ein manntragendes Luftfahrzeug ergeben </a:t>
            </a:r>
          </a:p>
          <a:p>
            <a:pPr>
              <a:lnSpc>
                <a:spcPts val="3671"/>
              </a:lnSpc>
            </a:pPr>
            <a:r>
              <a:rPr lang="de-DE" sz="3000" dirty="0"/>
              <a:t>Die Linien zwischen den Aufzählungszeichen werden manuell gesetzt, Stärke: 1 Pt.</a:t>
            </a:r>
          </a:p>
        </p:txBody>
      </p:sp>
      <p:pic>
        <p:nvPicPr>
          <p:cNvPr id="20" name="Bildplatzhalter 19"/>
          <p:cNvPicPr>
            <a:picLocks noGrp="1" noChangeAspect="1"/>
          </p:cNvPicPr>
          <p:nvPr>
            <p:ph type="pic" sz="quarter" idx="16"/>
          </p:nvPr>
        </p:nvPicPr>
        <p:blipFill rotWithShape="1">
          <a:blip r:embed="rId2" cstate="email">
            <a:extLst>
              <a:ext uri="{28A0092B-C50C-407E-A947-70E740481C1C}">
                <a14:useLocalDpi xmlns:a14="http://schemas.microsoft.com/office/drawing/2010/main"/>
              </a:ext>
            </a:extLst>
          </a:blip>
          <a:srcRect t="60" b="60"/>
          <a:stretch/>
        </p:blipFill>
        <p:spPr/>
      </p:pic>
      <p:pic>
        <p:nvPicPr>
          <p:cNvPr id="21" name="Bildplatzhalter 20"/>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l="77" r="77"/>
          <a:stretch/>
        </p:blipFill>
        <p:spPr/>
      </p:pic>
      <p:pic>
        <p:nvPicPr>
          <p:cNvPr id="22" name="Bildplatzhalter 21"/>
          <p:cNvPicPr>
            <a:picLocks noGrp="1" noChangeAspect="1"/>
          </p:cNvPicPr>
          <p:nvPr>
            <p:ph type="pic" sz="quarter" idx="18"/>
          </p:nvPr>
        </p:nvPicPr>
        <p:blipFill rotWithShape="1">
          <a:blip r:embed="rId4" cstate="email">
            <a:extLst>
              <a:ext uri="{28A0092B-C50C-407E-A947-70E740481C1C}">
                <a14:useLocalDpi xmlns:a14="http://schemas.microsoft.com/office/drawing/2010/main"/>
              </a:ext>
            </a:extLst>
          </a:blip>
          <a:srcRect t="60" b="60"/>
          <a:stretch/>
        </p:blipFill>
        <p:spPr/>
      </p:pic>
      <p:pic>
        <p:nvPicPr>
          <p:cNvPr id="23" name="Bildplatzhalter 22"/>
          <p:cNvPicPr>
            <a:picLocks noGrp="1" noChangeAspect="1"/>
          </p:cNvPicPr>
          <p:nvPr>
            <p:ph type="pic" sz="quarter" idx="19"/>
          </p:nvPr>
        </p:nvPicPr>
        <p:blipFill rotWithShape="1">
          <a:blip r:embed="rId5" cstate="email">
            <a:extLst>
              <a:ext uri="{28A0092B-C50C-407E-A947-70E740481C1C}">
                <a14:useLocalDpi xmlns:a14="http://schemas.microsoft.com/office/drawing/2010/main"/>
              </a:ext>
            </a:extLst>
          </a:blip>
          <a:srcRect l="77" r="77"/>
          <a:stretch/>
        </p:blipFill>
        <p:spPr/>
      </p:pic>
      <p:pic>
        <p:nvPicPr>
          <p:cNvPr id="2" name="Bildplatzhalter 1"/>
          <p:cNvPicPr>
            <a:picLocks noGrp="1" noChangeAspect="1"/>
          </p:cNvPicPr>
          <p:nvPr>
            <p:ph type="pic" sz="quarter" idx="21"/>
          </p:nvPr>
        </p:nvPicPr>
        <p:blipFill>
          <a:blip r:embed="rId6" cstate="email">
            <a:extLst>
              <a:ext uri="{28A0092B-C50C-407E-A947-70E740481C1C}">
                <a14:useLocalDpi xmlns:a14="http://schemas.microsoft.com/office/drawing/2010/main"/>
              </a:ext>
            </a:extLst>
          </a:blip>
          <a:srcRect t="8392" b="8392"/>
          <a:stretch>
            <a:fillRect/>
          </a:stretch>
        </p:blipFill>
        <p:spPr/>
      </p:pic>
      <p:pic>
        <p:nvPicPr>
          <p:cNvPr id="7" name="Bildplatzhalter 6"/>
          <p:cNvPicPr>
            <a:picLocks noGrp="1" noChangeAspect="1"/>
          </p:cNvPicPr>
          <p:nvPr>
            <p:ph type="pic" sz="quarter" idx="22"/>
          </p:nvPr>
        </p:nvPicPr>
        <p:blipFill>
          <a:blip r:embed="rId6" cstate="email">
            <a:extLst>
              <a:ext uri="{28A0092B-C50C-407E-A947-70E740481C1C}">
                <a14:useLocalDpi xmlns:a14="http://schemas.microsoft.com/office/drawing/2010/main"/>
              </a:ext>
            </a:extLst>
          </a:blip>
          <a:srcRect t="2261" b="2261"/>
          <a:stretch>
            <a:fillRect/>
          </a:stretch>
        </p:blipFill>
        <p:spPr/>
      </p:pic>
      <p:pic>
        <p:nvPicPr>
          <p:cNvPr id="3" name="Bildplatzhalter 2"/>
          <p:cNvPicPr>
            <a:picLocks noGrp="1" noChangeAspect="1"/>
          </p:cNvPicPr>
          <p:nvPr>
            <p:ph type="pic" sz="quarter" idx="24"/>
          </p:nvPr>
        </p:nvPicPr>
        <p:blipFill>
          <a:blip r:embed="rId6" cstate="email">
            <a:extLst>
              <a:ext uri="{28A0092B-C50C-407E-A947-70E740481C1C}">
                <a14:useLocalDpi xmlns:a14="http://schemas.microsoft.com/office/drawing/2010/main"/>
              </a:ext>
            </a:extLst>
          </a:blip>
          <a:srcRect t="8392" b="8392"/>
          <a:stretch>
            <a:fillRect/>
          </a:stretch>
        </p:blipFill>
        <p:spPr/>
      </p:pic>
      <p:sp>
        <p:nvSpPr>
          <p:cNvPr id="26" name="Textplatzhalter 25"/>
          <p:cNvSpPr>
            <a:spLocks noGrp="1"/>
          </p:cNvSpPr>
          <p:nvPr>
            <p:ph type="body" sz="quarter" idx="23"/>
          </p:nvPr>
        </p:nvSpPr>
        <p:spPr/>
        <p:txBody>
          <a:bodyPr/>
          <a:lstStyle/>
          <a:p>
            <a:r>
              <a:rPr lang="de-DE" smtClean="0"/>
              <a:t>Bildunterschrift</a:t>
            </a:r>
            <a:endParaRPr lang="de-DE" dirty="0"/>
          </a:p>
        </p:txBody>
      </p:sp>
      <p:cxnSp>
        <p:nvCxnSpPr>
          <p:cNvPr id="53" name="Gerade Verbindung 52"/>
          <p:cNvCxnSpPr/>
          <p:nvPr/>
        </p:nvCxnSpPr>
        <p:spPr>
          <a:xfrm>
            <a:off x="2648582" y="34654057"/>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Gerade Verbindung 67"/>
          <p:cNvCxnSpPr/>
          <p:nvPr/>
        </p:nvCxnSpPr>
        <p:spPr>
          <a:xfrm>
            <a:off x="2648581" y="36958313"/>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6" name="Gerade Verbindung 75"/>
          <p:cNvCxnSpPr/>
          <p:nvPr/>
        </p:nvCxnSpPr>
        <p:spPr>
          <a:xfrm>
            <a:off x="2648582" y="36079669"/>
            <a:ext cx="14940000" cy="0"/>
          </a:xfrm>
          <a:prstGeom prst="line">
            <a:avLst/>
          </a:prstGeom>
          <a:ln w="12700"/>
        </p:spPr>
        <p:style>
          <a:lnRef idx="1">
            <a:schemeClr val="accent1"/>
          </a:lnRef>
          <a:fillRef idx="0">
            <a:schemeClr val="accent1"/>
          </a:fillRef>
          <a:effectRef idx="0">
            <a:schemeClr val="accent1"/>
          </a:effectRef>
          <a:fontRef idx="minor">
            <a:schemeClr val="tx1"/>
          </a:fontRef>
        </p:style>
      </p:cxnSp>
      <p:graphicFrame>
        <p:nvGraphicFramePr>
          <p:cNvPr id="8" name="Diagramm 7"/>
          <p:cNvGraphicFramePr/>
          <p:nvPr>
            <p:extLst>
              <p:ext uri="{D42A27DB-BD31-4B8C-83A1-F6EECF244321}">
                <p14:modId xmlns:p14="http://schemas.microsoft.com/office/powerpoint/2010/main" val="178119388"/>
              </p:ext>
            </p:extLst>
          </p:nvPr>
        </p:nvGraphicFramePr>
        <p:xfrm>
          <a:off x="2106862" y="19934117"/>
          <a:ext cx="7164772" cy="497898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7" name="Diagramm 26"/>
          <p:cNvGraphicFramePr/>
          <p:nvPr>
            <p:extLst>
              <p:ext uri="{D42A27DB-BD31-4B8C-83A1-F6EECF244321}">
                <p14:modId xmlns:p14="http://schemas.microsoft.com/office/powerpoint/2010/main" val="2744885142"/>
              </p:ext>
            </p:extLst>
          </p:nvPr>
        </p:nvGraphicFramePr>
        <p:xfrm>
          <a:off x="10364940" y="19934117"/>
          <a:ext cx="7367435" cy="497898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8" name="Diagramm 27"/>
          <p:cNvGraphicFramePr/>
          <p:nvPr>
            <p:extLst>
              <p:ext uri="{D42A27DB-BD31-4B8C-83A1-F6EECF244321}">
                <p14:modId xmlns:p14="http://schemas.microsoft.com/office/powerpoint/2010/main" val="2121777015"/>
              </p:ext>
            </p:extLst>
          </p:nvPr>
        </p:nvGraphicFramePr>
        <p:xfrm>
          <a:off x="2106862" y="25352421"/>
          <a:ext cx="7164772" cy="4978982"/>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9" name="Diagramm 28"/>
          <p:cNvGraphicFramePr/>
          <p:nvPr>
            <p:extLst>
              <p:ext uri="{D42A27DB-BD31-4B8C-83A1-F6EECF244321}">
                <p14:modId xmlns:p14="http://schemas.microsoft.com/office/powerpoint/2010/main" val="2571757501"/>
              </p:ext>
            </p:extLst>
          </p:nvPr>
        </p:nvGraphicFramePr>
        <p:xfrm flipV="1">
          <a:off x="10364941" y="25352421"/>
          <a:ext cx="6634262" cy="4978982"/>
        </p:xfrm>
        <a:graphic>
          <a:graphicData uri="http://schemas.openxmlformats.org/drawingml/2006/chart">
            <c:chart xmlns:c="http://schemas.openxmlformats.org/drawingml/2006/chart" xmlns:r="http://schemas.openxmlformats.org/officeDocument/2006/relationships" r:id="rId10"/>
          </a:graphicData>
        </a:graphic>
      </p:graphicFrame>
      <p:sp>
        <p:nvSpPr>
          <p:cNvPr id="59" name="Textfeld 58"/>
          <p:cNvSpPr txBox="1"/>
          <p:nvPr/>
        </p:nvSpPr>
        <p:spPr>
          <a:xfrm>
            <a:off x="21837054" y="41435972"/>
            <a:ext cx="7992888" cy="1269578"/>
          </a:xfrm>
          <a:prstGeom prst="rect">
            <a:avLst/>
          </a:prstGeom>
          <a:noFill/>
        </p:spPr>
        <p:txBody>
          <a:bodyPr wrap="square" lIns="0" tIns="0" rIns="0" bIns="0" rtlCol="0" anchor="ctr" anchorCtr="0">
            <a:spAutoFit/>
          </a:bodyPr>
          <a:lstStyle/>
          <a:p>
            <a:pPr algn="l">
              <a:lnSpc>
                <a:spcPts val="3300"/>
              </a:lnSpc>
            </a:pPr>
            <a:r>
              <a:rPr lang="de-DE" sz="2600" b="0" dirty="0" smtClean="0">
                <a:solidFill>
                  <a:srgbClr val="FFFFFF"/>
                </a:solidFill>
                <a:latin typeface="Arial" panose="020B0604020202020204" pitchFamily="34" charset="0"/>
                <a:cs typeface="Arial" panose="020B0604020202020204" pitchFamily="34" charset="0"/>
              </a:rPr>
              <a:t>Musterstraße 1, 12345 Musterstadt</a:t>
            </a:r>
          </a:p>
          <a:p>
            <a:pPr algn="l">
              <a:lnSpc>
                <a:spcPts val="3300"/>
              </a:lnSpc>
            </a:pPr>
            <a:r>
              <a:rPr lang="de-DE" sz="2600" b="0" dirty="0" smtClean="0">
                <a:solidFill>
                  <a:srgbClr val="FFFFFF"/>
                </a:solidFill>
                <a:latin typeface="Arial" panose="020B0604020202020204" pitchFamily="34" charset="0"/>
                <a:cs typeface="Arial" panose="020B0604020202020204" pitchFamily="34" charset="0"/>
              </a:rPr>
              <a:t>+49 711</a:t>
            </a:r>
            <a:r>
              <a:rPr lang="de-DE" sz="2600" b="0" baseline="0" dirty="0" smtClean="0">
                <a:solidFill>
                  <a:srgbClr val="FFFFFF"/>
                </a:solidFill>
                <a:latin typeface="Arial" panose="020B0604020202020204" pitchFamily="34" charset="0"/>
                <a:cs typeface="Arial" panose="020B0604020202020204" pitchFamily="34" charset="0"/>
              </a:rPr>
              <a:t> 320 660-xx, email@dhbw.de</a:t>
            </a:r>
          </a:p>
          <a:p>
            <a:pPr algn="l">
              <a:lnSpc>
                <a:spcPts val="3300"/>
              </a:lnSpc>
            </a:pPr>
            <a:r>
              <a:rPr lang="de-DE" sz="2600" b="0" baseline="0" dirty="0" smtClean="0">
                <a:solidFill>
                  <a:srgbClr val="FFFFFF"/>
                </a:solidFill>
                <a:latin typeface="Arial" panose="020B0604020202020204" pitchFamily="34" charset="0"/>
                <a:cs typeface="Arial" panose="020B0604020202020204" pitchFamily="34" charset="0"/>
              </a:rPr>
              <a:t>Platz für eine weitere Zeile</a:t>
            </a:r>
            <a:endParaRPr lang="de-DE" sz="2600" b="0" dirty="0">
              <a:latin typeface="Arial" panose="020B0604020202020204" pitchFamily="34" charset="0"/>
              <a:cs typeface="Arial" panose="020B0604020202020204" pitchFamily="34" charset="0"/>
            </a:endParaRPr>
          </a:p>
        </p:txBody>
      </p:sp>
      <p:cxnSp>
        <p:nvCxnSpPr>
          <p:cNvPr id="75" name="Gerade Verbindung 74"/>
          <p:cNvCxnSpPr/>
          <p:nvPr/>
        </p:nvCxnSpPr>
        <p:spPr>
          <a:xfrm>
            <a:off x="21827933" y="14608403"/>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87" name="Gerade Verbindung 86"/>
          <p:cNvCxnSpPr/>
          <p:nvPr/>
        </p:nvCxnSpPr>
        <p:spPr>
          <a:xfrm>
            <a:off x="21827933" y="13417507"/>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88" name="Gerade Verbindung 87"/>
          <p:cNvCxnSpPr/>
          <p:nvPr/>
        </p:nvCxnSpPr>
        <p:spPr>
          <a:xfrm>
            <a:off x="21827933" y="15394456"/>
            <a:ext cx="7629373" cy="0"/>
          </a:xfrm>
          <a:prstGeom prst="line">
            <a:avLst/>
          </a:prstGeom>
          <a:ln w="12700">
            <a:solidFill>
              <a:srgbClr val="5D686E"/>
            </a:solidFill>
          </a:ln>
        </p:spPr>
        <p:style>
          <a:lnRef idx="1">
            <a:schemeClr val="accent1"/>
          </a:lnRef>
          <a:fillRef idx="0">
            <a:schemeClr val="accent1"/>
          </a:fillRef>
          <a:effectRef idx="0">
            <a:schemeClr val="accent1"/>
          </a:effectRef>
          <a:fontRef idx="minor">
            <a:schemeClr val="tx1"/>
          </a:fontRef>
        </p:style>
      </p:cxnSp>
      <p:cxnSp>
        <p:nvCxnSpPr>
          <p:cNvPr id="60" name="Gerade Verbindung 59"/>
          <p:cNvCxnSpPr/>
          <p:nvPr/>
        </p:nvCxnSpPr>
        <p:spPr>
          <a:xfrm>
            <a:off x="21827933" y="317017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Gerade Verbindung 60"/>
          <p:cNvCxnSpPr/>
          <p:nvPr/>
        </p:nvCxnSpPr>
        <p:spPr>
          <a:xfrm>
            <a:off x="21827933" y="33501929"/>
            <a:ext cx="762937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 name="Gruppieren 61"/>
          <p:cNvGrpSpPr/>
          <p:nvPr/>
        </p:nvGrpSpPr>
        <p:grpSpPr>
          <a:xfrm>
            <a:off x="20267998" y="7951853"/>
            <a:ext cx="10476000" cy="1283380"/>
            <a:chOff x="20267998" y="7951853"/>
            <a:chExt cx="10476000" cy="1283380"/>
          </a:xfrm>
        </p:grpSpPr>
        <p:pic>
          <p:nvPicPr>
            <p:cNvPr id="69" name="Picture 2"/>
            <p:cNvPicPr>
              <a:picLocks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20267998" y="795185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70" name="Textfeld 69"/>
            <p:cNvSpPr txBox="1"/>
            <p:nvPr/>
          </p:nvSpPr>
          <p:spPr>
            <a:xfrm>
              <a:off x="20396894" y="8460377"/>
              <a:ext cx="936104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Zielsetzung</a:t>
              </a:r>
            </a:p>
          </p:txBody>
        </p:sp>
      </p:grpSp>
      <p:grpSp>
        <p:nvGrpSpPr>
          <p:cNvPr id="71" name="Gruppieren 70"/>
          <p:cNvGrpSpPr/>
          <p:nvPr/>
        </p:nvGrpSpPr>
        <p:grpSpPr>
          <a:xfrm>
            <a:off x="20267998" y="16652057"/>
            <a:ext cx="10476000" cy="1283380"/>
            <a:chOff x="20267998" y="16652057"/>
            <a:chExt cx="10476000" cy="1283380"/>
          </a:xfrm>
        </p:grpSpPr>
        <p:pic>
          <p:nvPicPr>
            <p:cNvPr id="72" name="Picture 2"/>
            <p:cNvPicPr>
              <a:picLocks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20267998" y="16652057"/>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73" name="Textfeld 72"/>
            <p:cNvSpPr txBox="1"/>
            <p:nvPr/>
          </p:nvSpPr>
          <p:spPr>
            <a:xfrm>
              <a:off x="20397337" y="17149997"/>
              <a:ext cx="10170590" cy="768728"/>
            </a:xfrm>
            <a:prstGeom prst="rect">
              <a:avLst/>
            </a:prstGeom>
            <a:noFill/>
          </p:spPr>
          <p:txBody>
            <a:bodyPr wrap="none" lIns="1064547" tIns="36708" rIns="734170" bIns="36708" rtlCol="0">
              <a:noAutofit/>
            </a:bodyPr>
            <a:lstStyle/>
            <a:p>
              <a:r>
                <a:rPr lang="de-DE" sz="4100" dirty="0">
                  <a:solidFill>
                    <a:schemeClr val="bg1"/>
                  </a:solidFill>
                  <a:latin typeface="Georgia" panose="02040502050405020303" pitchFamily="18" charset="0"/>
                </a:rPr>
                <a:t>Ausblick</a:t>
              </a:r>
            </a:p>
          </p:txBody>
        </p:sp>
      </p:grpSp>
      <p:grpSp>
        <p:nvGrpSpPr>
          <p:cNvPr id="77" name="Gruppieren 76"/>
          <p:cNvGrpSpPr/>
          <p:nvPr/>
        </p:nvGrpSpPr>
        <p:grpSpPr>
          <a:xfrm>
            <a:off x="20268000" y="22196673"/>
            <a:ext cx="10476000" cy="1283380"/>
            <a:chOff x="20268000" y="22196673"/>
            <a:chExt cx="10476000" cy="1283380"/>
          </a:xfrm>
        </p:grpSpPr>
        <p:pic>
          <p:nvPicPr>
            <p:cNvPr id="78" name="Picture 2"/>
            <p:cNvPicPr>
              <a:picLocks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20268000" y="22196673"/>
              <a:ext cx="10476000" cy="1283380"/>
            </a:xfrm>
            <a:prstGeom prst="rect">
              <a:avLst/>
            </a:prstGeom>
            <a:noFill/>
            <a:extLst>
              <a:ext uri="{909E8E84-426E-40DD-AFC4-6F175D3DCCD1}">
                <a14:hiddenFill xmlns:a14="http://schemas.microsoft.com/office/drawing/2010/main">
                  <a:solidFill>
                    <a:srgbClr val="FFFFFF"/>
                  </a:solidFill>
                </a14:hiddenFill>
              </a:ext>
            </a:extLst>
          </p:spPr>
        </p:pic>
        <p:sp>
          <p:nvSpPr>
            <p:cNvPr id="79" name="Textfeld 78"/>
            <p:cNvSpPr txBox="1"/>
            <p:nvPr/>
          </p:nvSpPr>
          <p:spPr>
            <a:xfrm>
              <a:off x="20411916" y="22694613"/>
              <a:ext cx="10170590" cy="768728"/>
            </a:xfrm>
            <a:prstGeom prst="rect">
              <a:avLst/>
            </a:prstGeom>
            <a:noFill/>
          </p:spPr>
          <p:txBody>
            <a:bodyPr wrap="none" lIns="1064547" tIns="36708" rIns="734170" bIns="36708" rtlCol="0">
              <a:noAutofit/>
            </a:bodyPr>
            <a:lstStyle/>
            <a:p>
              <a:r>
                <a:rPr lang="de-DE" sz="4100" dirty="0" smtClean="0">
                  <a:solidFill>
                    <a:schemeClr val="bg1"/>
                  </a:solidFill>
                  <a:latin typeface="Georgia" panose="02040502050405020303" pitchFamily="18" charset="0"/>
                </a:rPr>
                <a:t>Kooperative Partner</a:t>
              </a:r>
              <a:endParaRPr lang="de-DE" sz="4100" dirty="0">
                <a:solidFill>
                  <a:schemeClr val="bg1"/>
                </a:solidFill>
                <a:latin typeface="Georgia" panose="02040502050405020303" pitchFamily="18" charset="0"/>
              </a:endParaRPr>
            </a:p>
          </p:txBody>
        </p:sp>
      </p:grpSp>
      <p:sp>
        <p:nvSpPr>
          <p:cNvPr id="80" name="Textfeld 79"/>
          <p:cNvSpPr txBox="1"/>
          <p:nvPr/>
        </p:nvSpPr>
        <p:spPr>
          <a:xfrm>
            <a:off x="20396894" y="28605385"/>
            <a:ext cx="9937104" cy="965899"/>
          </a:xfrm>
          <a:prstGeom prst="rect">
            <a:avLst/>
          </a:prstGeom>
          <a:noFill/>
        </p:spPr>
        <p:txBody>
          <a:bodyPr wrap="none" lIns="1064547" tIns="183543" rIns="734170" bIns="183543" rtlCol="0">
            <a:noAutofit/>
          </a:bodyPr>
          <a:lstStyle/>
          <a:p>
            <a:r>
              <a:rPr lang="de-DE" sz="4100" dirty="0">
                <a:latin typeface="Georgia" panose="02040502050405020303" pitchFamily="18" charset="0"/>
                <a:cs typeface="Arial" panose="020B0604020202020204" pitchFamily="34" charset="0"/>
              </a:rPr>
              <a:t>Quellen</a:t>
            </a:r>
          </a:p>
        </p:txBody>
      </p:sp>
      <p:pic>
        <p:nvPicPr>
          <p:cNvPr id="55" name="Bildplatzhalter 1"/>
          <p:cNvPicPr>
            <a:picLocks noGrp="1" noChangeAspect="1"/>
          </p:cNvPicPr>
          <p:nvPr/>
        </p:nvPicPr>
        <p:blipFill>
          <a:blip r:embed="rId12">
            <a:extLst>
              <a:ext uri="{28A0092B-C50C-407E-A947-70E740481C1C}">
                <a14:useLocalDpi xmlns:a14="http://schemas.microsoft.com/office/drawing/2010/main" val="0"/>
              </a:ext>
            </a:extLst>
          </a:blip>
          <a:srcRect t="22678" b="22678"/>
          <a:stretch>
            <a:fillRect/>
          </a:stretch>
        </p:blipFill>
        <p:spPr>
          <a:xfrm>
            <a:off x="20518862" y="882305"/>
            <a:ext cx="10225136" cy="4657547"/>
          </a:xfrm>
          <a:prstGeom prst="rect">
            <a:avLst/>
          </a:prstGeom>
          <a:solidFill>
            <a:schemeClr val="bg1"/>
          </a:solidFill>
        </p:spPr>
      </p:pic>
    </p:spTree>
    <p:extLst>
      <p:ext uri="{BB962C8B-B14F-4D97-AF65-F5344CB8AC3E}">
        <p14:creationId xmlns:p14="http://schemas.microsoft.com/office/powerpoint/2010/main" val="2348171070"/>
      </p:ext>
    </p:extLst>
  </p:cSld>
  <p:clrMapOvr>
    <a:masterClrMapping/>
  </p:clrMapOvr>
  <p:timing>
    <p:tnLst>
      <p:par>
        <p:cTn id="1" dur="indefinite" restart="never" nodeType="tmRoot"/>
      </p:par>
    </p:tnLst>
  </p:timing>
</p:sld>
</file>

<file path=ppt/theme/theme1.xml><?xml version="1.0" encoding="utf-8"?>
<a:theme xmlns:a="http://schemas.openxmlformats.org/drawingml/2006/main" name="MOS_Master_Wirtschaft_250614">
  <a:themeElements>
    <a:clrScheme name="MOS">
      <a:dk1>
        <a:srgbClr val="5D686E"/>
      </a:dk1>
      <a:lt1>
        <a:sysClr val="window" lastClr="FFFFFF"/>
      </a:lt1>
      <a:dk2>
        <a:srgbClr val="5D686E"/>
      </a:dk2>
      <a:lt2>
        <a:srgbClr val="FFFFFF"/>
      </a:lt2>
      <a:accent1>
        <a:srgbClr val="E30613"/>
      </a:accent1>
      <a:accent2>
        <a:srgbClr val="293743"/>
      </a:accent2>
      <a:accent3>
        <a:srgbClr val="9BA5AA"/>
      </a:accent3>
      <a:accent4>
        <a:srgbClr val="D5DADD"/>
      </a:accent4>
      <a:accent5>
        <a:srgbClr val="EFF1F2"/>
      </a:accent5>
      <a:accent6>
        <a:srgbClr val="FFFFFF"/>
      </a:accent6>
      <a:hlink>
        <a:srgbClr val="000000"/>
      </a:hlink>
      <a:folHlink>
        <a:srgbClr val="000000"/>
      </a:folHlink>
    </a:clrScheme>
    <a:fontScheme name="MOS">
      <a:majorFont>
        <a:latin typeface="Generis Serif Com"/>
        <a:ea typeface=""/>
        <a:cs typeface=""/>
      </a:majorFont>
      <a:minorFont>
        <a:latin typeface="Generis Sans Com"/>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spAutoFit/>
      </a:bodyPr>
      <a:lstStyle>
        <a:defPPr>
          <a:defRPr sz="3600" b="1" dirty="0"/>
        </a:defPPr>
      </a:lst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DDE6A6E4B2C1D4694A375EE7BD2A10A" ma:contentTypeVersion="0" ma:contentTypeDescription="Ein neues Dokument erstellen." ma:contentTypeScope="" ma:versionID="68625de2cda4353510d2e397034744d9">
  <xsd:schema xmlns:xsd="http://www.w3.org/2001/XMLSchema" xmlns:xs="http://www.w3.org/2001/XMLSchema" xmlns:p="http://schemas.microsoft.com/office/2006/metadata/properties" targetNamespace="http://schemas.microsoft.com/office/2006/metadata/properties" ma:root="true" ma:fieldsID="b4f5dc90cf06628c3b90945c8266c24d">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E857F8-A2A5-4E23-846A-E89572633C7B}"/>
</file>

<file path=customXml/itemProps2.xml><?xml version="1.0" encoding="utf-8"?>
<ds:datastoreItem xmlns:ds="http://schemas.openxmlformats.org/officeDocument/2006/customXml" ds:itemID="{6E70B1F3-6B62-4ED8-8311-419B894E5C31}"/>
</file>

<file path=customXml/itemProps3.xml><?xml version="1.0" encoding="utf-8"?>
<ds:datastoreItem xmlns:ds="http://schemas.openxmlformats.org/officeDocument/2006/customXml" ds:itemID="{740B5E05-B7E9-46F8-8822-6FC0E40CE427}"/>
</file>

<file path=docProps/app.xml><?xml version="1.0" encoding="utf-8"?>
<Properties xmlns="http://schemas.openxmlformats.org/officeDocument/2006/extended-properties" xmlns:vt="http://schemas.openxmlformats.org/officeDocument/2006/docPropsVTypes">
  <Template>MOS_Master_Wirtschaft_250614</Template>
  <TotalTime>0</TotalTime>
  <Words>1410</Words>
  <Application>Microsoft Office PowerPoint</Application>
  <PresentationFormat>Benutzerdefiniert</PresentationFormat>
  <Paragraphs>300</Paragraphs>
  <Slides>4</Slides>
  <Notes>0</Notes>
  <HiddenSlides>0</HiddenSlides>
  <MMClips>0</MMClips>
  <ScaleCrop>false</ScaleCrop>
  <HeadingPairs>
    <vt:vector size="4" baseType="variant">
      <vt:variant>
        <vt:lpstr>Design</vt:lpstr>
      </vt:variant>
      <vt:variant>
        <vt:i4>1</vt:i4>
      </vt:variant>
      <vt:variant>
        <vt:lpstr>Folientitel</vt:lpstr>
      </vt:variant>
      <vt:variant>
        <vt:i4>4</vt:i4>
      </vt:variant>
    </vt:vector>
  </HeadingPairs>
  <TitlesOfParts>
    <vt:vector size="5" baseType="lpstr">
      <vt:lpstr>MOS_Master_Wirtschaft_250614</vt:lpstr>
      <vt:lpstr>Titel in Systemschrift Georgia  90 Punkt, maximal 2 Zeilen</vt:lpstr>
      <vt:lpstr>Titel: Musterseite mit  Bild und Aufzählung</vt:lpstr>
      <vt:lpstr>Titel: Musterseite mit Bild,  Aufzählung und Tabelle</vt:lpstr>
      <vt:lpstr>Titel: Musterseite mit Bild,  Aufzählung und Diagrammen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in Generis Serif Com  90 Punkt, maximal 2 Zeilen</dc:title>
  <dc:creator>bmayer</dc:creator>
  <cp:lastModifiedBy>Wenserit, Andreas</cp:lastModifiedBy>
  <cp:revision>58</cp:revision>
  <cp:lastPrinted>2014-05-28T13:58:56Z</cp:lastPrinted>
  <dcterms:created xsi:type="dcterms:W3CDTF">2014-06-25T11:12:07Z</dcterms:created>
  <dcterms:modified xsi:type="dcterms:W3CDTF">2016-02-08T13:19:20Z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0x010100FDDE6A6E4B2C1D4694A375EE7BD2A10A</vt:lpwstr>
  </property>
</Properties>
</file>